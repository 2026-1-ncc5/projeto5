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Open Sans 1" panose="020B0604020202020204" charset="0"/>
      <p:regular r:id="rId3"/>
    </p:embeddedFont>
    <p:embeddedFont>
      <p:font typeface="Open Sans 1 Bold" panose="020B0604020202020204" charset="0"/>
      <p:regular r:id="rId4"/>
    </p:embeddedFont>
    <p:embeddedFont>
      <p:font typeface="Open Sans 2" panose="020B0604020202020204" charset="0"/>
      <p:regular r:id="rId5"/>
    </p:embeddedFont>
    <p:embeddedFont>
      <p:font typeface="Open Sans 2 Bold" panose="020B0604020202020204" charset="0"/>
      <p:regular r:id="rId6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3B0FD-678F-4096-AAE5-FCFEB4BF7853}" v="5" dt="2026-05-08T21:36:09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560" y="-1661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microsoft.com/office/2016/11/relationships/changesInfo" Target="changesInfos/changesInfo1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da Miguel 24025889" userId="6edfba32-e224-441f-89f6-961767b585ed" providerId="ADAL" clId="{9BEFC28E-969E-49C4-88FB-1E94BB07D854}"/>
    <pc:docChg chg="undo custSel modSld">
      <pc:chgData name="Duda Miguel 24025889" userId="6edfba32-e224-441f-89f6-961767b585ed" providerId="ADAL" clId="{9BEFC28E-969E-49C4-88FB-1E94BB07D854}" dt="2026-05-08T21:36:14.038" v="923" actId="20577"/>
      <pc:docMkLst>
        <pc:docMk/>
      </pc:docMkLst>
      <pc:sldChg chg="addSp delSp modSp mod">
        <pc:chgData name="Duda Miguel 24025889" userId="6edfba32-e224-441f-89f6-961767b585ed" providerId="ADAL" clId="{9BEFC28E-969E-49C4-88FB-1E94BB07D854}" dt="2026-05-08T21:36:14.038" v="923" actId="20577"/>
        <pc:sldMkLst>
          <pc:docMk/>
          <pc:sldMk cId="0" sldId="256"/>
        </pc:sldMkLst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30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32" creationId="{00000000-0000-0000-0000-000000000000}"/>
          </ac:spMkLst>
        </pc:spChg>
        <pc:spChg chg="del mod">
          <ac:chgData name="Duda Miguel 24025889" userId="6edfba32-e224-441f-89f6-961767b585ed" providerId="ADAL" clId="{9BEFC28E-969E-49C4-88FB-1E94BB07D854}" dt="2026-05-08T21:22:37.775" v="871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36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38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39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05:54.659" v="386" actId="20577"/>
          <ac:spMkLst>
            <pc:docMk/>
            <pc:sldMk cId="0" sldId="256"/>
            <ac:spMk id="44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5-08T21:36:14.038" v="923" actId="20577"/>
          <ac:spMkLst>
            <pc:docMk/>
            <pc:sldMk cId="0" sldId="256"/>
            <ac:spMk id="45" creationId="{00000000-0000-0000-0000-000000000000}"/>
          </ac:spMkLst>
        </pc:spChg>
        <pc:spChg chg="del mod">
          <ac:chgData name="Duda Miguel 24025889" userId="6edfba32-e224-441f-89f6-961767b585ed" providerId="ADAL" clId="{9BEFC28E-969E-49C4-88FB-1E94BB07D854}" dt="2026-05-08T21:23:02.946" v="893" actId="478"/>
          <ac:spMkLst>
            <pc:docMk/>
            <pc:sldMk cId="0" sldId="256"/>
            <ac:spMk id="46" creationId="{00000000-0000-0000-0000-000000000000}"/>
          </ac:spMkLst>
        </pc:spChg>
        <pc:spChg chg="del mod">
          <ac:chgData name="Duda Miguel 24025889" userId="6edfba32-e224-441f-89f6-961767b585ed" providerId="ADAL" clId="{9BEFC28E-969E-49C4-88FB-1E94BB07D854}" dt="2026-05-08T21:23:06.960" v="894" actId="478"/>
          <ac:spMkLst>
            <pc:docMk/>
            <pc:sldMk cId="0" sldId="256"/>
            <ac:spMk id="47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29T17:11:32.202" v="542" actId="790"/>
          <ac:spMkLst>
            <pc:docMk/>
            <pc:sldMk cId="0" sldId="256"/>
            <ac:spMk id="50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4-30T22:53:25.693" v="644" actId="404"/>
          <ac:spMkLst>
            <pc:docMk/>
            <pc:sldMk cId="0" sldId="256"/>
            <ac:spMk id="52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5-08T21:23:38.281" v="911" actId="20577"/>
          <ac:spMkLst>
            <pc:docMk/>
            <pc:sldMk cId="0" sldId="256"/>
            <ac:spMk id="53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5-08T21:18:36.197" v="809" actId="113"/>
          <ac:spMkLst>
            <pc:docMk/>
            <pc:sldMk cId="0" sldId="256"/>
            <ac:spMk id="54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5-08T21:21:07.169" v="855" actId="103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Duda Miguel 24025889" userId="6edfba32-e224-441f-89f6-961767b585ed" providerId="ADAL" clId="{9BEFC28E-969E-49C4-88FB-1E94BB07D854}" dt="2026-05-08T21:22:54.835" v="891" actId="20577"/>
          <ac:spMkLst>
            <pc:docMk/>
            <pc:sldMk cId="0" sldId="256"/>
            <ac:spMk id="57" creationId="{00000000-0000-0000-0000-000000000000}"/>
          </ac:spMkLst>
        </pc:spChg>
        <pc:spChg chg="add del mod">
          <ac:chgData name="Duda Miguel 24025889" userId="6edfba32-e224-441f-89f6-961767b585ed" providerId="ADAL" clId="{9BEFC28E-969E-49C4-88FB-1E94BB07D854}" dt="2026-05-08T21:22:30.216" v="869" actId="478"/>
          <ac:spMkLst>
            <pc:docMk/>
            <pc:sldMk cId="0" sldId="256"/>
            <ac:spMk id="66" creationId="{D220C4A3-3EFD-DFCB-4C9B-7DF04AE84D2B}"/>
          </ac:spMkLst>
        </pc:spChg>
        <pc:grpChg chg="mod">
          <ac:chgData name="Duda Miguel 24025889" userId="6edfba32-e224-441f-89f6-961767b585ed" providerId="ADAL" clId="{9BEFC28E-969E-49C4-88FB-1E94BB07D854}" dt="2026-04-30T22:50:58.494" v="634" actId="1036"/>
          <ac:grpSpMkLst>
            <pc:docMk/>
            <pc:sldMk cId="0" sldId="256"/>
            <ac:grpSpMk id="21" creationId="{00000000-0000-0000-0000-000000000000}"/>
          </ac:grpSpMkLst>
        </pc:grpChg>
        <pc:grpChg chg="mod">
          <ac:chgData name="Duda Miguel 24025889" userId="6edfba32-e224-441f-89f6-961767b585ed" providerId="ADAL" clId="{9BEFC28E-969E-49C4-88FB-1E94BB07D854}" dt="2026-04-30T22:45:31.401" v="621" actId="14100"/>
          <ac:grpSpMkLst>
            <pc:docMk/>
            <pc:sldMk cId="0" sldId="256"/>
            <ac:grpSpMk id="24" creationId="{00000000-0000-0000-0000-000000000000}"/>
          </ac:grpSpMkLst>
        </pc:grpChg>
        <pc:grpChg chg="mod">
          <ac:chgData name="Duda Miguel 24025889" userId="6edfba32-e224-441f-89f6-961767b585ed" providerId="ADAL" clId="{9BEFC28E-969E-49C4-88FB-1E94BB07D854}" dt="2026-04-30T22:50:40.201" v="626" actId="1035"/>
          <ac:grpSpMkLst>
            <pc:docMk/>
            <pc:sldMk cId="0" sldId="256"/>
            <ac:grpSpMk id="27" creationId="{00000000-0000-0000-0000-000000000000}"/>
          </ac:grpSpMkLst>
        </pc:grpChg>
        <pc:picChg chg="add mod">
          <ac:chgData name="Duda Miguel 24025889" userId="6edfba32-e224-441f-89f6-961767b585ed" providerId="ADAL" clId="{9BEFC28E-969E-49C4-88FB-1E94BB07D854}" dt="2026-04-30T22:55:24.307" v="655" actId="1076"/>
          <ac:picMkLst>
            <pc:docMk/>
            <pc:sldMk cId="0" sldId="256"/>
            <ac:picMk id="1030" creationId="{F33A2CC7-A6BB-2EF1-D991-D88ED4CBA11A}"/>
          </ac:picMkLst>
        </pc:picChg>
        <pc:picChg chg="add mod">
          <ac:chgData name="Duda Miguel 24025889" userId="6edfba32-e224-441f-89f6-961767b585ed" providerId="ADAL" clId="{9BEFC28E-969E-49C4-88FB-1E94BB07D854}" dt="2026-04-30T22:56:05.388" v="659" actId="1076"/>
          <ac:picMkLst>
            <pc:docMk/>
            <pc:sldMk cId="0" sldId="256"/>
            <ac:picMk id="1032" creationId="{9BA9EE29-3B40-7F19-060D-65D74B91E3DB}"/>
          </ac:picMkLst>
        </pc:picChg>
        <pc:picChg chg="add mod">
          <ac:chgData name="Duda Miguel 24025889" userId="6edfba32-e224-441f-89f6-961767b585ed" providerId="ADAL" clId="{9BEFC28E-969E-49C4-88FB-1E94BB07D854}" dt="2026-04-30T22:56:42.502" v="663" actId="1076"/>
          <ac:picMkLst>
            <pc:docMk/>
            <pc:sldMk cId="0" sldId="256"/>
            <ac:picMk id="1034" creationId="{25762A8B-8B79-EFDE-0B8E-3DE8961B6EDD}"/>
          </ac:picMkLst>
        </pc:picChg>
        <pc:picChg chg="add mod">
          <ac:chgData name="Duda Miguel 24025889" userId="6edfba32-e224-441f-89f6-961767b585ed" providerId="ADAL" clId="{9BEFC28E-969E-49C4-88FB-1E94BB07D854}" dt="2026-04-30T22:57:11.695" v="669" actId="1076"/>
          <ac:picMkLst>
            <pc:docMk/>
            <pc:sldMk cId="0" sldId="256"/>
            <ac:picMk id="1036" creationId="{05B7D488-9C20-200E-D1E1-9F5897DB1155}"/>
          </ac:picMkLst>
        </pc:picChg>
        <pc:picChg chg="add mod">
          <ac:chgData name="Duda Miguel 24025889" userId="6edfba32-e224-441f-89f6-961767b585ed" providerId="ADAL" clId="{9BEFC28E-969E-49C4-88FB-1E94BB07D854}" dt="2026-04-30T22:58:06.622" v="676" actId="1076"/>
          <ac:picMkLst>
            <pc:docMk/>
            <pc:sldMk cId="0" sldId="256"/>
            <ac:picMk id="1040" creationId="{730DF9FA-C6E0-B322-068A-FF0C97356CE9}"/>
          </ac:picMkLst>
        </pc:picChg>
        <pc:picChg chg="add mod">
          <ac:chgData name="Duda Miguel 24025889" userId="6edfba32-e224-441f-89f6-961767b585ed" providerId="ADAL" clId="{9BEFC28E-969E-49C4-88FB-1E94BB07D854}" dt="2026-04-30T22:58:41.784" v="680" actId="1076"/>
          <ac:picMkLst>
            <pc:docMk/>
            <pc:sldMk cId="0" sldId="256"/>
            <ac:picMk id="1042" creationId="{B1DADB4C-98CC-0EE2-7D38-0EECAA5C60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lang="pt-BR" sz="6769" noProof="0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-234720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lang="pt-BR" sz="6769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lang="pt-BR" sz="6769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lang="pt-BR" sz="6769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lang="pt-BR" sz="6769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lang="pt-BR" sz="6769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337842" y="13486653"/>
            <a:ext cx="20464104" cy="12527228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lang="pt-BR" sz="6769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7180" y="30517709"/>
            <a:ext cx="13848538" cy="7746634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lang="pt-BR" sz="6769" noProof="0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314612" y="30515719"/>
            <a:ext cx="12527228" cy="7676902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lang="pt-BR" sz="6769" noProof="0" dirty="0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pt-BR" sz="4762" b="1" spc="179" noProof="0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 noProof="0" dirty="0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 noProof="0" dirty="0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 noProof="0" dirty="0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pt-BR" sz="5077" b="1" spc="192" noProof="0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748047" y="7730622"/>
            <a:ext cx="10206805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lang="pt-BR" sz="6769" noProof="0" dirty="0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869448" y="18058832"/>
            <a:ext cx="99639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noProof="0" dirty="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lang="pt-BR" sz="6769" noProof="0" dirty="0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 noProof="0" dirty="0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pt-BR" sz="11434" b="1" spc="433" noProof="0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PROJETO: SCAN COUNT AI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6917" y="6355587"/>
            <a:ext cx="26819581" cy="2520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pt-BR" sz="4762" b="1" noProof="0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Caroliny</a:t>
            </a:r>
            <a:r>
              <a:rPr lang="pt-BR" sz="4762" b="1" noProof="0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Rossi, Duda Lucena, Murilo Vieira, Rafael Alves</a:t>
            </a:r>
          </a:p>
          <a:p>
            <a:pPr algn="ctr">
              <a:lnSpc>
                <a:spcPts val="6668"/>
              </a:lnSpc>
            </a:pPr>
            <a:r>
              <a:rPr lang="pt-BR" sz="4762" noProof="0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Orientadores: </a:t>
            </a:r>
            <a:r>
              <a:rPr lang="pt-BR" sz="4762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Rafael Rossetti, </a:t>
            </a:r>
            <a:r>
              <a:rPr lang="pt-BR" sz="4762" noProof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Rodnil</a:t>
            </a:r>
            <a:r>
              <a:rPr lang="pt-BR" sz="4762" noProof="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Lisboa,</a:t>
            </a:r>
            <a:r>
              <a:rPr lang="pt-BR" sz="4762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Rodrigo da Rosa,</a:t>
            </a:r>
            <a:r>
              <a:rPr lang="pt-BR" sz="4762" noProof="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Marcos Minoru, </a:t>
            </a:r>
            <a:r>
              <a:rPr lang="pt-BR" sz="4762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Victor </a:t>
            </a:r>
            <a:r>
              <a:rPr lang="pt-BR" sz="4762" dirty="0" err="1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Quiroz</a:t>
            </a:r>
            <a:r>
              <a:rPr lang="pt-BR" sz="4762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, </a:t>
            </a:r>
            <a:endParaRPr lang="pt-BR" sz="4762" noProof="0" dirty="0">
              <a:solidFill>
                <a:srgbClr val="000000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  <a:p>
            <a:pPr algn="ctr">
              <a:lnSpc>
                <a:spcPts val="6668"/>
              </a:lnSpc>
            </a:pPr>
            <a:endParaRPr lang="pt-BR" sz="4762" noProof="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pt-BR" sz="4762" b="1" spc="179" noProof="0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pt-BR" sz="4762" b="1" spc="179" noProof="0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pt-BR" sz="4762" b="1" spc="179" noProof="0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pt-BR" sz="4762" b="1" spc="179" noProof="0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878141" y="31582519"/>
            <a:ext cx="11399871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BALLOU, Ronald H. Gerenciamento da cadeia de suprimentos/logística empresarial. 5. ed. Porto Alegre: Bookman, 2006. (Aborda a importância da acuracidade de inventário).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DHILLON, </a:t>
            </a:r>
            <a:r>
              <a:rPr lang="pt-BR" sz="24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Balbir</a:t>
            </a: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S. </a:t>
            </a:r>
            <a:r>
              <a:rPr lang="pt-BR" sz="24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Human</a:t>
            </a: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reliability</a:t>
            </a: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pt-BR" sz="24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error</a:t>
            </a: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pt-BR" sz="24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and</a:t>
            </a: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quality</a:t>
            </a: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assurance</a:t>
            </a: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 Nova York: Springer Science &amp; Business Media, 2012. (Referência clássica sobre a confiabilidade humana em processos industriais).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SILVA, José Carlos da; REZENDE, D. A. Acuracidade do inventário e os erros humanos: um estudo de caso em um centro de distribuição. In: CONGRESSO BRASILEIRO DE CUSTOS, 23., 2016, Porto de Galinhas. Anais... São Leopoldo: ABC, 2016.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95870" y="31506319"/>
            <a:ext cx="12562767" cy="656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Visão Computacional &amp; IA: 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Uso do </a:t>
            </a:r>
            <a:r>
              <a:rPr lang="pt-BR" sz="32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Label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Studio para anotação e treinamento de modelos, integrando YOLO e </a:t>
            </a:r>
            <a:r>
              <a:rPr lang="pt-BR" sz="32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OpenCV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detecção em tempo real. 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Front-</a:t>
            </a:r>
            <a:r>
              <a:rPr lang="pt-BR" sz="3200" b="1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end</a:t>
            </a: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Adaptável: 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Desenvolvido em </a:t>
            </a:r>
            <a:r>
              <a:rPr lang="pt-BR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Next.js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garantindo uma interface moderna e preparada para execução via web e dispositivos futuros. 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Back-</a:t>
            </a:r>
            <a:r>
              <a:rPr lang="pt-BR" sz="3200" b="1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end</a:t>
            </a: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&amp; Dados: 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Estrutura em </a:t>
            </a:r>
            <a:r>
              <a:rPr lang="pt-BR" sz="32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FastAPI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(Python) com banco de dados PostgreSQL utilizando arquitetura </a:t>
            </a:r>
            <a:r>
              <a:rPr lang="pt-BR" sz="32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Multi-tenant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total segurança e isolamento.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95870" y="10749184"/>
            <a:ext cx="12562767" cy="804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Inflexibilidade de Infraestrutura: 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Sistemas de gestão robustos frequentemente exigem hardware proprietário e contratos de licenciamento complexos, criando barreiras de entrada para operações de pequeno porte ou iniciativas sociais. 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Latência de Inventário: 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 contagem manual introduz uma variável de erro humano e gera um descompasso entre o estoque físico e o registro digital, prejudicando a tomada de decisão em tempo real. 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Déficit de Automação: 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 ausência de ferramentas acessíveis impede que </a:t>
            </a:r>
            <a:r>
              <a:rPr lang="pt-BR" sz="3200" noProof="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micro-organizações</a:t>
            </a:r>
            <a:r>
              <a:rPr lang="pt-BR" sz="3200" noProof="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alcancem a eficiência logística necessária para escalar suas operações.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570066" y="21097557"/>
            <a:ext cx="12562767" cy="804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Otimização de Recursos Existentes:</a:t>
            </a:r>
            <a:r>
              <a:rPr lang="pt-BR" sz="3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O </a:t>
            </a:r>
            <a:r>
              <a:rPr lang="pt-BR" sz="32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ScanCount</a:t>
            </a:r>
            <a:r>
              <a:rPr lang="pt-BR" sz="3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AI utiliza visão computacional de ponta para permitir que dispositivos de captura de vídeo comuns (webcams) funcionem como coletores de dados inteligentes.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Arquitetura Baseada em Nuvem:</a:t>
            </a:r>
            <a:r>
              <a:rPr lang="pt-BR" sz="3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Implementação de uma interface web que elimina a dependência de dispositivos móveis de alta performance, processando a detecção.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Prova de Conceito (</a:t>
            </a:r>
            <a:r>
              <a:rPr lang="pt-BR" sz="3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PoC</a:t>
            </a:r>
            <a:r>
              <a:rPr lang="pt-BR" sz="3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):</a:t>
            </a:r>
            <a:r>
              <a:rPr lang="pt-BR" sz="3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Validada através do projeto "Lideranças Empáticas", a ferramenta demonstrou versatilidade na transição do registro analógico para o monitoramento digital de itens.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pt-BR" sz="4955" b="1" noProof="0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pt-BR" sz="4955" noProof="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 Escola de Comércio Álvares Penteado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617816" y="10880630"/>
            <a:ext cx="11904157" cy="1173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Convergência do Modelo: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O treinamento com nosso modelo especializado utilizando resultou em métricas estáveis de Precisão e Recall, garantindo a identificação sistemática dos objetos.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Desempenho em Tempo Real: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Os testes técnicos confirmaram a capacidade do sistema em processar fluxos de vídeo e realizar a contagem automatizada com baixa latência.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Segurança e </a:t>
            </a:r>
            <a:r>
              <a:rPr lang="pt-BR" sz="3200" b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Multitenancy</a:t>
            </a: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: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A arquitetura garante o isolamento lógico de dados, permitindo que diferentes projetos ou empresas utilizem a mesma infraestrutura com total integridade.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Eficiência de </a:t>
            </a:r>
            <a:r>
              <a:rPr lang="pt-BR" sz="3200" b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Onboarding</a:t>
            </a: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: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A solução demonstrou ser uma alternativa tecnicamente viável para a digitalização imediata de estoques sem a necessidade de novos investimentos em hardware dedicado. </a:t>
            </a:r>
          </a:p>
        </p:txBody>
      </p:sp>
      <p:pic>
        <p:nvPicPr>
          <p:cNvPr id="1030" name="Picture 6" descr="Ultralytics Snippets - Visual Studio Marketplace">
            <a:extLst>
              <a:ext uri="{FF2B5EF4-FFF2-40B4-BE49-F238E27FC236}">
                <a16:creationId xmlns:a16="http://schemas.microsoft.com/office/drawing/2014/main" id="{F33A2CC7-A6BB-2EF1-D991-D88ED4CBA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4830" y="35761641"/>
            <a:ext cx="1745129" cy="174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bout - Label Studio Newsletter">
            <a:extLst>
              <a:ext uri="{FF2B5EF4-FFF2-40B4-BE49-F238E27FC236}">
                <a16:creationId xmlns:a16="http://schemas.microsoft.com/office/drawing/2014/main" id="{9BA9EE29-3B40-7F19-060D-65D74B91E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5964" y="35842233"/>
            <a:ext cx="1727046" cy="153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act Native | Okoone">
            <a:extLst>
              <a:ext uri="{FF2B5EF4-FFF2-40B4-BE49-F238E27FC236}">
                <a16:creationId xmlns:a16="http://schemas.microsoft.com/office/drawing/2014/main" id="{25762A8B-8B79-EFDE-0B8E-3DE8961B6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3590" y="35535549"/>
            <a:ext cx="3160382" cy="19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ostgreSQL – Wikipédia, a enciclopédia livre">
            <a:extLst>
              <a:ext uri="{FF2B5EF4-FFF2-40B4-BE49-F238E27FC236}">
                <a16:creationId xmlns:a16="http://schemas.microsoft.com/office/drawing/2014/main" id="{05B7D488-9C20-200E-D1E1-9F5897DB1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1161" y="35899782"/>
            <a:ext cx="1413680" cy="145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OpenCV – Wikipédia, a enciclopédia livre">
            <a:extLst>
              <a:ext uri="{FF2B5EF4-FFF2-40B4-BE49-F238E27FC236}">
                <a16:creationId xmlns:a16="http://schemas.microsoft.com/office/drawing/2014/main" id="{730DF9FA-C6E0-B322-068A-FF0C97356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7805" y="35895843"/>
            <a:ext cx="1181385" cy="156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astAPI · GitHub">
            <a:extLst>
              <a:ext uri="{FF2B5EF4-FFF2-40B4-BE49-F238E27FC236}">
                <a16:creationId xmlns:a16="http://schemas.microsoft.com/office/drawing/2014/main" id="{B1DADB4C-98CC-0EE2-7D38-0EECAA5C6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2664" y="35902084"/>
            <a:ext cx="1564154" cy="156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D564BD28-59A9-249B-243E-7D0C6474DE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57616" y="23502452"/>
            <a:ext cx="5929196" cy="2711113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1E776CE2-5722-5913-0C76-DFADDC3CCD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563012" y="23502450"/>
            <a:ext cx="6014585" cy="2711115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29B5F49A-0960-7E42-B5D2-F01EB7FE31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563012" y="26321851"/>
            <a:ext cx="5977252" cy="2724632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CBE79C1B-DE94-7568-5416-EFFA23A147C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43212" y="26321851"/>
            <a:ext cx="5916990" cy="2746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537</Words>
  <Application>Microsoft Office PowerPoint</Application>
  <PresentationFormat>Personalizar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Open Sans 2 Bold</vt:lpstr>
      <vt:lpstr>Open Sans 2</vt:lpstr>
      <vt:lpstr>Arial</vt:lpstr>
      <vt:lpstr>Open Sans 1 Bold</vt:lpstr>
      <vt:lpstr>Open Sans 1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Duda Lucena</dc:creator>
  <cp:lastModifiedBy>Duda Lucena</cp:lastModifiedBy>
  <cp:revision>3</cp:revision>
  <dcterms:created xsi:type="dcterms:W3CDTF">2006-08-16T00:00:00Z</dcterms:created>
  <dcterms:modified xsi:type="dcterms:W3CDTF">2026-05-14T15:18:35Z</dcterms:modified>
  <dc:identifier>DAHA7VomhzE</dc:identifier>
</cp:coreProperties>
</file>
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28800425" cy="43200638"/>
  <p:notesSz cx="6858000" cy="9144000"/>
  <p:embeddedFontLst>
    <p:embeddedFont>
      <p:font typeface="Open Sans 1" panose="020B0604020202020204" charset="0"/>
      <p:regular r:id="rId3"/>
    </p:embeddedFont>
    <p:embeddedFont>
      <p:font typeface="Open Sans 1 Bold" panose="020B0604020202020204" charset="0"/>
      <p:regular r:id="rId4"/>
    </p:embeddedFont>
    <p:embeddedFont>
      <p:font typeface="Open Sans 2" panose="020B0604020202020204" charset="0"/>
      <p:regular r:id="rId5"/>
    </p:embeddedFont>
    <p:embeddedFont>
      <p:font typeface="Open Sans 2 Bold" panose="020B0604020202020204" charset="0"/>
      <p:regular r:id="rId6"/>
    </p:embeddedFont>
  </p:embeddedFontLst>
  <p:defaultTextStyle>
    <a:defPPr>
      <a:defRPr lang="en-US"/>
    </a:defPPr>
    <a:lvl1pPr marL="0" algn="l" defTabSz="1804386" rtl="0" eaLnBrk="1" latinLnBrk="0" hangingPunct="1">
      <a:defRPr sz="3552" kern="1200">
        <a:solidFill>
          <a:schemeClr val="tx1"/>
        </a:solidFill>
        <a:latin typeface="+mn-lt"/>
        <a:ea typeface="+mn-ea"/>
        <a:cs typeface="+mn-cs"/>
      </a:defRPr>
    </a:lvl1pPr>
    <a:lvl2pPr marL="902193" algn="l" defTabSz="1804386" rtl="0" eaLnBrk="1" latinLnBrk="0" hangingPunct="1">
      <a:defRPr sz="3552" kern="1200">
        <a:solidFill>
          <a:schemeClr val="tx1"/>
        </a:solidFill>
        <a:latin typeface="+mn-lt"/>
        <a:ea typeface="+mn-ea"/>
        <a:cs typeface="+mn-cs"/>
      </a:defRPr>
    </a:lvl2pPr>
    <a:lvl3pPr marL="1804386" algn="l" defTabSz="1804386" rtl="0" eaLnBrk="1" latinLnBrk="0" hangingPunct="1">
      <a:defRPr sz="3552" kern="1200">
        <a:solidFill>
          <a:schemeClr val="tx1"/>
        </a:solidFill>
        <a:latin typeface="+mn-lt"/>
        <a:ea typeface="+mn-ea"/>
        <a:cs typeface="+mn-cs"/>
      </a:defRPr>
    </a:lvl3pPr>
    <a:lvl4pPr marL="2706578" algn="l" defTabSz="1804386" rtl="0" eaLnBrk="1" latinLnBrk="0" hangingPunct="1">
      <a:defRPr sz="3552" kern="1200">
        <a:solidFill>
          <a:schemeClr val="tx1"/>
        </a:solidFill>
        <a:latin typeface="+mn-lt"/>
        <a:ea typeface="+mn-ea"/>
        <a:cs typeface="+mn-cs"/>
      </a:defRPr>
    </a:lvl4pPr>
    <a:lvl5pPr marL="3608771" algn="l" defTabSz="1804386" rtl="0" eaLnBrk="1" latinLnBrk="0" hangingPunct="1">
      <a:defRPr sz="3552" kern="1200">
        <a:solidFill>
          <a:schemeClr val="tx1"/>
        </a:solidFill>
        <a:latin typeface="+mn-lt"/>
        <a:ea typeface="+mn-ea"/>
        <a:cs typeface="+mn-cs"/>
      </a:defRPr>
    </a:lvl5pPr>
    <a:lvl6pPr marL="4510964" algn="l" defTabSz="1804386" rtl="0" eaLnBrk="1" latinLnBrk="0" hangingPunct="1">
      <a:defRPr sz="3552" kern="1200">
        <a:solidFill>
          <a:schemeClr val="tx1"/>
        </a:solidFill>
        <a:latin typeface="+mn-lt"/>
        <a:ea typeface="+mn-ea"/>
        <a:cs typeface="+mn-cs"/>
      </a:defRPr>
    </a:lvl6pPr>
    <a:lvl7pPr marL="5413157" algn="l" defTabSz="1804386" rtl="0" eaLnBrk="1" latinLnBrk="0" hangingPunct="1">
      <a:defRPr sz="3552" kern="1200">
        <a:solidFill>
          <a:schemeClr val="tx1"/>
        </a:solidFill>
        <a:latin typeface="+mn-lt"/>
        <a:ea typeface="+mn-ea"/>
        <a:cs typeface="+mn-cs"/>
      </a:defRPr>
    </a:lvl7pPr>
    <a:lvl8pPr marL="6315349" algn="l" defTabSz="1804386" rtl="0" eaLnBrk="1" latinLnBrk="0" hangingPunct="1">
      <a:defRPr sz="3552" kern="1200">
        <a:solidFill>
          <a:schemeClr val="tx1"/>
        </a:solidFill>
        <a:latin typeface="+mn-lt"/>
        <a:ea typeface="+mn-ea"/>
        <a:cs typeface="+mn-cs"/>
      </a:defRPr>
    </a:lvl8pPr>
    <a:lvl9pPr marL="7217542" algn="l" defTabSz="1804386" rtl="0" eaLnBrk="1" latinLnBrk="0" hangingPunct="1">
      <a:defRPr sz="3552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366" userDrawn="1">
          <p15:clr>
            <a:srgbClr val="A4A3A4"/>
          </p15:clr>
        </p15:guide>
        <p15:guide id="2" pos="548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53B0FD-678F-4096-AAE5-FCFEB4BF7853}" v="5" dt="2026-05-08T21:36:09.21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33" d="100"/>
          <a:sy n="33" d="100"/>
        </p:scale>
        <p:origin x="878" y="-413"/>
      </p:cViewPr>
      <p:guideLst>
        <p:guide orient="horz" pos="4366"/>
        <p:guide pos="548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font" Target="fonts/font1.fntdata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microsoft.com/office/2016/11/relationships/changesInfo" Target="changesInfos/changesInfo1.xml"/><Relationship Id="rId5" Type="http://schemas.openxmlformats.org/officeDocument/2006/relationships/font" Target="fonts/font3.fntdata"/><Relationship Id="rId10" Type="http://schemas.openxmlformats.org/officeDocument/2006/relationships/tableStyles" Target="tableStyles.xml"/><Relationship Id="rId4" Type="http://schemas.openxmlformats.org/officeDocument/2006/relationships/font" Target="fonts/font2.fntdata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uda Miguel 24025889" userId="6edfba32-e224-441f-89f6-961767b585ed" providerId="ADAL" clId="{9BEFC28E-969E-49C4-88FB-1E94BB07D854}"/>
    <pc:docChg chg="undo custSel modSld">
      <pc:chgData name="Duda Miguel 24025889" userId="6edfba32-e224-441f-89f6-961767b585ed" providerId="ADAL" clId="{9BEFC28E-969E-49C4-88FB-1E94BB07D854}" dt="2026-05-08T21:36:14.038" v="923" actId="20577"/>
      <pc:docMkLst>
        <pc:docMk/>
      </pc:docMkLst>
      <pc:sldChg chg="addSp delSp modSp mod">
        <pc:chgData name="Duda Miguel 24025889" userId="6edfba32-e224-441f-89f6-961767b585ed" providerId="ADAL" clId="{9BEFC28E-969E-49C4-88FB-1E94BB07D854}" dt="2026-05-08T21:36:14.038" v="923" actId="20577"/>
        <pc:sldMkLst>
          <pc:docMk/>
          <pc:sldMk cId="0" sldId="256"/>
        </pc:sldMkLst>
        <pc:spChg chg="mod">
          <ac:chgData name="Duda Miguel 24025889" userId="6edfba32-e224-441f-89f6-961767b585ed" providerId="ADAL" clId="{9BEFC28E-969E-49C4-88FB-1E94BB07D854}" dt="2026-04-29T17:11:32.202" v="542" actId="790"/>
          <ac:spMkLst>
            <pc:docMk/>
            <pc:sldMk cId="0" sldId="256"/>
            <ac:spMk id="8" creationId="{00000000-0000-0000-0000-000000000000}"/>
          </ac:spMkLst>
        </pc:spChg>
        <pc:spChg chg="mod">
          <ac:chgData name="Duda Miguel 24025889" userId="6edfba32-e224-441f-89f6-961767b585ed" providerId="ADAL" clId="{9BEFC28E-969E-49C4-88FB-1E94BB07D854}" dt="2026-04-29T17:11:32.202" v="542" actId="790"/>
          <ac:spMkLst>
            <pc:docMk/>
            <pc:sldMk cId="0" sldId="256"/>
            <ac:spMk id="16" creationId="{00000000-0000-0000-0000-000000000000}"/>
          </ac:spMkLst>
        </pc:spChg>
        <pc:spChg chg="mod">
          <ac:chgData name="Duda Miguel 24025889" userId="6edfba32-e224-441f-89f6-961767b585ed" providerId="ADAL" clId="{9BEFC28E-969E-49C4-88FB-1E94BB07D854}" dt="2026-04-29T17:11:32.202" v="542" actId="790"/>
          <ac:spMkLst>
            <pc:docMk/>
            <pc:sldMk cId="0" sldId="256"/>
            <ac:spMk id="23" creationId="{00000000-0000-0000-0000-000000000000}"/>
          </ac:spMkLst>
        </pc:spChg>
        <pc:spChg chg="mod">
          <ac:chgData name="Duda Miguel 24025889" userId="6edfba32-e224-441f-89f6-961767b585ed" providerId="ADAL" clId="{9BEFC28E-969E-49C4-88FB-1E94BB07D854}" dt="2026-04-29T17:11:32.202" v="542" actId="790"/>
          <ac:spMkLst>
            <pc:docMk/>
            <pc:sldMk cId="0" sldId="256"/>
            <ac:spMk id="30" creationId="{00000000-0000-0000-0000-000000000000}"/>
          </ac:spMkLst>
        </pc:spChg>
        <pc:spChg chg="mod">
          <ac:chgData name="Duda Miguel 24025889" userId="6edfba32-e224-441f-89f6-961767b585ed" providerId="ADAL" clId="{9BEFC28E-969E-49C4-88FB-1E94BB07D854}" dt="2026-04-29T17:11:32.202" v="542" actId="790"/>
          <ac:spMkLst>
            <pc:docMk/>
            <pc:sldMk cId="0" sldId="256"/>
            <ac:spMk id="32" creationId="{00000000-0000-0000-0000-000000000000}"/>
          </ac:spMkLst>
        </pc:spChg>
        <pc:spChg chg="del mod">
          <ac:chgData name="Duda Miguel 24025889" userId="6edfba32-e224-441f-89f6-961767b585ed" providerId="ADAL" clId="{9BEFC28E-969E-49C4-88FB-1E94BB07D854}" dt="2026-05-08T21:22:37.775" v="871" actId="478"/>
          <ac:spMkLst>
            <pc:docMk/>
            <pc:sldMk cId="0" sldId="256"/>
            <ac:spMk id="35" creationId="{00000000-0000-0000-0000-000000000000}"/>
          </ac:spMkLst>
        </pc:spChg>
        <pc:spChg chg="mod">
          <ac:chgData name="Duda Miguel 24025889" userId="6edfba32-e224-441f-89f6-961767b585ed" providerId="ADAL" clId="{9BEFC28E-969E-49C4-88FB-1E94BB07D854}" dt="2026-04-29T17:11:32.202" v="542" actId="790"/>
          <ac:spMkLst>
            <pc:docMk/>
            <pc:sldMk cId="0" sldId="256"/>
            <ac:spMk id="36" creationId="{00000000-0000-0000-0000-000000000000}"/>
          </ac:spMkLst>
        </pc:spChg>
        <pc:spChg chg="mod">
          <ac:chgData name="Duda Miguel 24025889" userId="6edfba32-e224-441f-89f6-961767b585ed" providerId="ADAL" clId="{9BEFC28E-969E-49C4-88FB-1E94BB07D854}" dt="2026-04-29T17:11:32.202" v="542" actId="790"/>
          <ac:spMkLst>
            <pc:docMk/>
            <pc:sldMk cId="0" sldId="256"/>
            <ac:spMk id="38" creationId="{00000000-0000-0000-0000-000000000000}"/>
          </ac:spMkLst>
        </pc:spChg>
        <pc:spChg chg="mod">
          <ac:chgData name="Duda Miguel 24025889" userId="6edfba32-e224-441f-89f6-961767b585ed" providerId="ADAL" clId="{9BEFC28E-969E-49C4-88FB-1E94BB07D854}" dt="2026-04-29T17:11:32.202" v="542" actId="790"/>
          <ac:spMkLst>
            <pc:docMk/>
            <pc:sldMk cId="0" sldId="256"/>
            <ac:spMk id="39" creationId="{00000000-0000-0000-0000-000000000000}"/>
          </ac:spMkLst>
        </pc:spChg>
        <pc:spChg chg="mod">
          <ac:chgData name="Duda Miguel 24025889" userId="6edfba32-e224-441f-89f6-961767b585ed" providerId="ADAL" clId="{9BEFC28E-969E-49C4-88FB-1E94BB07D854}" dt="2026-04-29T17:05:54.659" v="386" actId="20577"/>
          <ac:spMkLst>
            <pc:docMk/>
            <pc:sldMk cId="0" sldId="256"/>
            <ac:spMk id="44" creationId="{00000000-0000-0000-0000-000000000000}"/>
          </ac:spMkLst>
        </pc:spChg>
        <pc:spChg chg="mod">
          <ac:chgData name="Duda Miguel 24025889" userId="6edfba32-e224-441f-89f6-961767b585ed" providerId="ADAL" clId="{9BEFC28E-969E-49C4-88FB-1E94BB07D854}" dt="2026-05-08T21:36:14.038" v="923" actId="20577"/>
          <ac:spMkLst>
            <pc:docMk/>
            <pc:sldMk cId="0" sldId="256"/>
            <ac:spMk id="45" creationId="{00000000-0000-0000-0000-000000000000}"/>
          </ac:spMkLst>
        </pc:spChg>
        <pc:spChg chg="del mod">
          <ac:chgData name="Duda Miguel 24025889" userId="6edfba32-e224-441f-89f6-961767b585ed" providerId="ADAL" clId="{9BEFC28E-969E-49C4-88FB-1E94BB07D854}" dt="2026-05-08T21:23:02.946" v="893" actId="478"/>
          <ac:spMkLst>
            <pc:docMk/>
            <pc:sldMk cId="0" sldId="256"/>
            <ac:spMk id="46" creationId="{00000000-0000-0000-0000-000000000000}"/>
          </ac:spMkLst>
        </pc:spChg>
        <pc:spChg chg="del mod">
          <ac:chgData name="Duda Miguel 24025889" userId="6edfba32-e224-441f-89f6-961767b585ed" providerId="ADAL" clId="{9BEFC28E-969E-49C4-88FB-1E94BB07D854}" dt="2026-05-08T21:23:06.960" v="894" actId="478"/>
          <ac:spMkLst>
            <pc:docMk/>
            <pc:sldMk cId="0" sldId="256"/>
            <ac:spMk id="47" creationId="{00000000-0000-0000-0000-000000000000}"/>
          </ac:spMkLst>
        </pc:spChg>
        <pc:spChg chg="mod">
          <ac:chgData name="Duda Miguel 24025889" userId="6edfba32-e224-441f-89f6-961767b585ed" providerId="ADAL" clId="{9BEFC28E-969E-49C4-88FB-1E94BB07D854}" dt="2026-04-29T17:11:32.202" v="542" actId="790"/>
          <ac:spMkLst>
            <pc:docMk/>
            <pc:sldMk cId="0" sldId="256"/>
            <ac:spMk id="50" creationId="{00000000-0000-0000-0000-000000000000}"/>
          </ac:spMkLst>
        </pc:spChg>
        <pc:spChg chg="mod">
          <ac:chgData name="Duda Miguel 24025889" userId="6edfba32-e224-441f-89f6-961767b585ed" providerId="ADAL" clId="{9BEFC28E-969E-49C4-88FB-1E94BB07D854}" dt="2026-04-30T22:53:25.693" v="644" actId="404"/>
          <ac:spMkLst>
            <pc:docMk/>
            <pc:sldMk cId="0" sldId="256"/>
            <ac:spMk id="52" creationId="{00000000-0000-0000-0000-000000000000}"/>
          </ac:spMkLst>
        </pc:spChg>
        <pc:spChg chg="mod">
          <ac:chgData name="Duda Miguel 24025889" userId="6edfba32-e224-441f-89f6-961767b585ed" providerId="ADAL" clId="{9BEFC28E-969E-49C4-88FB-1E94BB07D854}" dt="2026-05-08T21:23:38.281" v="911" actId="20577"/>
          <ac:spMkLst>
            <pc:docMk/>
            <pc:sldMk cId="0" sldId="256"/>
            <ac:spMk id="53" creationId="{00000000-0000-0000-0000-000000000000}"/>
          </ac:spMkLst>
        </pc:spChg>
        <pc:spChg chg="mod">
          <ac:chgData name="Duda Miguel 24025889" userId="6edfba32-e224-441f-89f6-961767b585ed" providerId="ADAL" clId="{9BEFC28E-969E-49C4-88FB-1E94BB07D854}" dt="2026-05-08T21:18:36.197" v="809" actId="113"/>
          <ac:spMkLst>
            <pc:docMk/>
            <pc:sldMk cId="0" sldId="256"/>
            <ac:spMk id="54" creationId="{00000000-0000-0000-0000-000000000000}"/>
          </ac:spMkLst>
        </pc:spChg>
        <pc:spChg chg="mod">
          <ac:chgData name="Duda Miguel 24025889" userId="6edfba32-e224-441f-89f6-961767b585ed" providerId="ADAL" clId="{9BEFC28E-969E-49C4-88FB-1E94BB07D854}" dt="2026-05-08T21:21:07.169" v="855" actId="1036"/>
          <ac:spMkLst>
            <pc:docMk/>
            <pc:sldMk cId="0" sldId="256"/>
            <ac:spMk id="55" creationId="{00000000-0000-0000-0000-000000000000}"/>
          </ac:spMkLst>
        </pc:spChg>
        <pc:spChg chg="mod">
          <ac:chgData name="Duda Miguel 24025889" userId="6edfba32-e224-441f-89f6-961767b585ed" providerId="ADAL" clId="{9BEFC28E-969E-49C4-88FB-1E94BB07D854}" dt="2026-05-08T21:22:54.835" v="891" actId="20577"/>
          <ac:spMkLst>
            <pc:docMk/>
            <pc:sldMk cId="0" sldId="256"/>
            <ac:spMk id="57" creationId="{00000000-0000-0000-0000-000000000000}"/>
          </ac:spMkLst>
        </pc:spChg>
        <pc:spChg chg="add del mod">
          <ac:chgData name="Duda Miguel 24025889" userId="6edfba32-e224-441f-89f6-961767b585ed" providerId="ADAL" clId="{9BEFC28E-969E-49C4-88FB-1E94BB07D854}" dt="2026-05-08T21:22:30.216" v="869" actId="478"/>
          <ac:spMkLst>
            <pc:docMk/>
            <pc:sldMk cId="0" sldId="256"/>
            <ac:spMk id="66" creationId="{D220C4A3-3EFD-DFCB-4C9B-7DF04AE84D2B}"/>
          </ac:spMkLst>
        </pc:spChg>
        <pc:grpChg chg="mod">
          <ac:chgData name="Duda Miguel 24025889" userId="6edfba32-e224-441f-89f6-961767b585ed" providerId="ADAL" clId="{9BEFC28E-969E-49C4-88FB-1E94BB07D854}" dt="2026-04-30T22:50:58.494" v="634" actId="1036"/>
          <ac:grpSpMkLst>
            <pc:docMk/>
            <pc:sldMk cId="0" sldId="256"/>
            <ac:grpSpMk id="21" creationId="{00000000-0000-0000-0000-000000000000}"/>
          </ac:grpSpMkLst>
        </pc:grpChg>
        <pc:grpChg chg="mod">
          <ac:chgData name="Duda Miguel 24025889" userId="6edfba32-e224-441f-89f6-961767b585ed" providerId="ADAL" clId="{9BEFC28E-969E-49C4-88FB-1E94BB07D854}" dt="2026-04-30T22:45:31.401" v="621" actId="14100"/>
          <ac:grpSpMkLst>
            <pc:docMk/>
            <pc:sldMk cId="0" sldId="256"/>
            <ac:grpSpMk id="24" creationId="{00000000-0000-0000-0000-000000000000}"/>
          </ac:grpSpMkLst>
        </pc:grpChg>
        <pc:grpChg chg="mod">
          <ac:chgData name="Duda Miguel 24025889" userId="6edfba32-e224-441f-89f6-961767b585ed" providerId="ADAL" clId="{9BEFC28E-969E-49C4-88FB-1E94BB07D854}" dt="2026-04-30T22:50:40.201" v="626" actId="1035"/>
          <ac:grpSpMkLst>
            <pc:docMk/>
            <pc:sldMk cId="0" sldId="256"/>
            <ac:grpSpMk id="27" creationId="{00000000-0000-0000-0000-000000000000}"/>
          </ac:grpSpMkLst>
        </pc:grpChg>
        <pc:picChg chg="add mod">
          <ac:chgData name="Duda Miguel 24025889" userId="6edfba32-e224-441f-89f6-961767b585ed" providerId="ADAL" clId="{9BEFC28E-969E-49C4-88FB-1E94BB07D854}" dt="2026-04-30T22:55:24.307" v="655" actId="1076"/>
          <ac:picMkLst>
            <pc:docMk/>
            <pc:sldMk cId="0" sldId="256"/>
            <ac:picMk id="1030" creationId="{F33A2CC7-A6BB-2EF1-D991-D88ED4CBA11A}"/>
          </ac:picMkLst>
        </pc:picChg>
        <pc:picChg chg="add mod">
          <ac:chgData name="Duda Miguel 24025889" userId="6edfba32-e224-441f-89f6-961767b585ed" providerId="ADAL" clId="{9BEFC28E-969E-49C4-88FB-1E94BB07D854}" dt="2026-04-30T22:56:05.388" v="659" actId="1076"/>
          <ac:picMkLst>
            <pc:docMk/>
            <pc:sldMk cId="0" sldId="256"/>
            <ac:picMk id="1032" creationId="{9BA9EE29-3B40-7F19-060D-65D74B91E3DB}"/>
          </ac:picMkLst>
        </pc:picChg>
        <pc:picChg chg="add mod">
          <ac:chgData name="Duda Miguel 24025889" userId="6edfba32-e224-441f-89f6-961767b585ed" providerId="ADAL" clId="{9BEFC28E-969E-49C4-88FB-1E94BB07D854}" dt="2026-04-30T22:56:42.502" v="663" actId="1076"/>
          <ac:picMkLst>
            <pc:docMk/>
            <pc:sldMk cId="0" sldId="256"/>
            <ac:picMk id="1034" creationId="{25762A8B-8B79-EFDE-0B8E-3DE8961B6EDD}"/>
          </ac:picMkLst>
        </pc:picChg>
        <pc:picChg chg="add mod">
          <ac:chgData name="Duda Miguel 24025889" userId="6edfba32-e224-441f-89f6-961767b585ed" providerId="ADAL" clId="{9BEFC28E-969E-49C4-88FB-1E94BB07D854}" dt="2026-04-30T22:57:11.695" v="669" actId="1076"/>
          <ac:picMkLst>
            <pc:docMk/>
            <pc:sldMk cId="0" sldId="256"/>
            <ac:picMk id="1036" creationId="{05B7D488-9C20-200E-D1E1-9F5897DB1155}"/>
          </ac:picMkLst>
        </pc:picChg>
        <pc:picChg chg="add mod">
          <ac:chgData name="Duda Miguel 24025889" userId="6edfba32-e224-441f-89f6-961767b585ed" providerId="ADAL" clId="{9BEFC28E-969E-49C4-88FB-1E94BB07D854}" dt="2026-04-30T22:58:06.622" v="676" actId="1076"/>
          <ac:picMkLst>
            <pc:docMk/>
            <pc:sldMk cId="0" sldId="256"/>
            <ac:picMk id="1040" creationId="{730DF9FA-C6E0-B322-068A-FF0C97356CE9}"/>
          </ac:picMkLst>
        </pc:picChg>
        <pc:picChg chg="add mod">
          <ac:chgData name="Duda Miguel 24025889" userId="6edfba32-e224-441f-89f6-961767b585ed" providerId="ADAL" clId="{9BEFC28E-969E-49C4-88FB-1E94BB07D854}" dt="2026-04-30T22:58:41.784" v="680" actId="1076"/>
          <ac:picMkLst>
            <pc:docMk/>
            <pc:sldMk cId="0" sldId="256"/>
            <ac:picMk id="1042" creationId="{B1DADB4C-98CC-0EE2-7D38-0EECAA5C607B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06910" y="4305947"/>
            <a:ext cx="14811647" cy="297116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13820" y="7854662"/>
            <a:ext cx="12197827" cy="3542298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8712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7425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6138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34851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43564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522771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60990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69702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6492" y="8907084"/>
            <a:ext cx="14811647" cy="2752982"/>
          </a:xfrm>
        </p:spPr>
        <p:txBody>
          <a:bodyPr anchor="t"/>
          <a:lstStyle>
            <a:lvl1pPr algn="l">
              <a:defRPr sz="7623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6492" y="5874955"/>
            <a:ext cx="14811647" cy="3032129"/>
          </a:xfrm>
        </p:spPr>
        <p:txBody>
          <a:bodyPr anchor="b"/>
          <a:lstStyle>
            <a:lvl1pPr marL="0" indent="0">
              <a:buNone/>
              <a:defRPr sz="3811">
                <a:solidFill>
                  <a:schemeClr val="tx1">
                    <a:tint val="75000"/>
                  </a:schemeClr>
                </a:solidFill>
              </a:defRPr>
            </a:lvl1pPr>
            <a:lvl2pPr marL="871286" indent="0">
              <a:buNone/>
              <a:defRPr sz="3430">
                <a:solidFill>
                  <a:schemeClr val="tx1">
                    <a:tint val="75000"/>
                  </a:schemeClr>
                </a:solidFill>
              </a:defRPr>
            </a:lvl2pPr>
            <a:lvl3pPr marL="1742572" indent="0">
              <a:buNone/>
              <a:defRPr sz="3049">
                <a:solidFill>
                  <a:schemeClr val="tx1">
                    <a:tint val="75000"/>
                  </a:schemeClr>
                </a:solidFill>
              </a:defRPr>
            </a:lvl3pPr>
            <a:lvl4pPr marL="2613858" indent="0">
              <a:buNone/>
              <a:defRPr sz="2668">
                <a:solidFill>
                  <a:schemeClr val="tx1">
                    <a:tint val="75000"/>
                  </a:schemeClr>
                </a:solidFill>
              </a:defRPr>
            </a:lvl4pPr>
            <a:lvl5pPr marL="3485144" indent="0">
              <a:buNone/>
              <a:defRPr sz="2668">
                <a:solidFill>
                  <a:schemeClr val="tx1">
                    <a:tint val="75000"/>
                  </a:schemeClr>
                </a:solidFill>
              </a:defRPr>
            </a:lvl5pPr>
            <a:lvl6pPr marL="4356430" indent="0">
              <a:buNone/>
              <a:defRPr sz="2668">
                <a:solidFill>
                  <a:schemeClr val="tx1">
                    <a:tint val="75000"/>
                  </a:schemeClr>
                </a:solidFill>
              </a:defRPr>
            </a:lvl6pPr>
            <a:lvl7pPr marL="5227716" indent="0">
              <a:buNone/>
              <a:defRPr sz="2668">
                <a:solidFill>
                  <a:schemeClr val="tx1">
                    <a:tint val="75000"/>
                  </a:schemeClr>
                </a:solidFill>
              </a:defRPr>
            </a:lvl7pPr>
            <a:lvl8pPr marL="6099002" indent="0">
              <a:buNone/>
              <a:defRPr sz="2668">
                <a:solidFill>
                  <a:schemeClr val="tx1">
                    <a:tint val="75000"/>
                  </a:schemeClr>
                </a:solidFill>
              </a:defRPr>
            </a:lvl8pPr>
            <a:lvl9pPr marL="6970288" indent="0">
              <a:buNone/>
              <a:defRPr sz="266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71273" y="3234273"/>
            <a:ext cx="7696248" cy="9147730"/>
          </a:xfrm>
        </p:spPr>
        <p:txBody>
          <a:bodyPr/>
          <a:lstStyle>
            <a:lvl1pPr>
              <a:defRPr sz="5336"/>
            </a:lvl1pPr>
            <a:lvl2pPr>
              <a:defRPr sz="4574"/>
            </a:lvl2pPr>
            <a:lvl3pPr>
              <a:defRPr sz="3811"/>
            </a:lvl3pPr>
            <a:lvl4pPr>
              <a:defRPr sz="3430"/>
            </a:lvl4pPr>
            <a:lvl5pPr>
              <a:defRPr sz="3430"/>
            </a:lvl5pPr>
            <a:lvl6pPr>
              <a:defRPr sz="3430"/>
            </a:lvl6pPr>
            <a:lvl7pPr>
              <a:defRPr sz="3430"/>
            </a:lvl7pPr>
            <a:lvl8pPr>
              <a:defRPr sz="3430"/>
            </a:lvl8pPr>
            <a:lvl9pPr>
              <a:defRPr sz="343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857946" y="3234273"/>
            <a:ext cx="7696248" cy="9147730"/>
          </a:xfrm>
        </p:spPr>
        <p:txBody>
          <a:bodyPr/>
          <a:lstStyle>
            <a:lvl1pPr>
              <a:defRPr sz="5336"/>
            </a:lvl1pPr>
            <a:lvl2pPr>
              <a:defRPr sz="4574"/>
            </a:lvl2pPr>
            <a:lvl3pPr>
              <a:defRPr sz="3811"/>
            </a:lvl3pPr>
            <a:lvl4pPr>
              <a:defRPr sz="3430"/>
            </a:lvl4pPr>
            <a:lvl5pPr>
              <a:defRPr sz="3430"/>
            </a:lvl5pPr>
            <a:lvl6pPr>
              <a:defRPr sz="3430"/>
            </a:lvl6pPr>
            <a:lvl7pPr>
              <a:defRPr sz="3430"/>
            </a:lvl7pPr>
            <a:lvl8pPr>
              <a:defRPr sz="3430"/>
            </a:lvl8pPr>
            <a:lvl9pPr>
              <a:defRPr sz="343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71273" y="3102721"/>
            <a:ext cx="7699274" cy="1293066"/>
          </a:xfrm>
        </p:spPr>
        <p:txBody>
          <a:bodyPr anchor="b"/>
          <a:lstStyle>
            <a:lvl1pPr marL="0" indent="0">
              <a:buNone/>
              <a:defRPr sz="4574" b="1"/>
            </a:lvl1pPr>
            <a:lvl2pPr marL="871286" indent="0">
              <a:buNone/>
              <a:defRPr sz="3811" b="1"/>
            </a:lvl2pPr>
            <a:lvl3pPr marL="1742572" indent="0">
              <a:buNone/>
              <a:defRPr sz="3430" b="1"/>
            </a:lvl3pPr>
            <a:lvl4pPr marL="2613858" indent="0">
              <a:buNone/>
              <a:defRPr sz="3049" b="1"/>
            </a:lvl4pPr>
            <a:lvl5pPr marL="3485144" indent="0">
              <a:buNone/>
              <a:defRPr sz="3049" b="1"/>
            </a:lvl5pPr>
            <a:lvl6pPr marL="4356430" indent="0">
              <a:buNone/>
              <a:defRPr sz="3049" b="1"/>
            </a:lvl6pPr>
            <a:lvl7pPr marL="5227716" indent="0">
              <a:buNone/>
              <a:defRPr sz="3049" b="1"/>
            </a:lvl7pPr>
            <a:lvl8pPr marL="6099002" indent="0">
              <a:buNone/>
              <a:defRPr sz="3049" b="1"/>
            </a:lvl8pPr>
            <a:lvl9pPr marL="6970288" indent="0">
              <a:buNone/>
              <a:defRPr sz="304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71273" y="4395787"/>
            <a:ext cx="7699274" cy="7986215"/>
          </a:xfrm>
        </p:spPr>
        <p:txBody>
          <a:bodyPr/>
          <a:lstStyle>
            <a:lvl1pPr>
              <a:defRPr sz="4574"/>
            </a:lvl1pPr>
            <a:lvl2pPr>
              <a:defRPr sz="3811"/>
            </a:lvl2pPr>
            <a:lvl3pPr>
              <a:defRPr sz="3430"/>
            </a:lvl3pPr>
            <a:lvl4pPr>
              <a:defRPr sz="3049"/>
            </a:lvl4pPr>
            <a:lvl5pPr>
              <a:defRPr sz="3049"/>
            </a:lvl5pPr>
            <a:lvl6pPr>
              <a:defRPr sz="3049"/>
            </a:lvl6pPr>
            <a:lvl7pPr>
              <a:defRPr sz="3049"/>
            </a:lvl7pPr>
            <a:lvl8pPr>
              <a:defRPr sz="3049"/>
            </a:lvl8pPr>
            <a:lvl9pPr>
              <a:defRPr sz="304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851896" y="3102721"/>
            <a:ext cx="7702299" cy="1293066"/>
          </a:xfrm>
        </p:spPr>
        <p:txBody>
          <a:bodyPr anchor="b"/>
          <a:lstStyle>
            <a:lvl1pPr marL="0" indent="0">
              <a:buNone/>
              <a:defRPr sz="4574" b="1"/>
            </a:lvl1pPr>
            <a:lvl2pPr marL="871286" indent="0">
              <a:buNone/>
              <a:defRPr sz="3811" b="1"/>
            </a:lvl2pPr>
            <a:lvl3pPr marL="1742572" indent="0">
              <a:buNone/>
              <a:defRPr sz="3430" b="1"/>
            </a:lvl3pPr>
            <a:lvl4pPr marL="2613858" indent="0">
              <a:buNone/>
              <a:defRPr sz="3049" b="1"/>
            </a:lvl4pPr>
            <a:lvl5pPr marL="3485144" indent="0">
              <a:buNone/>
              <a:defRPr sz="3049" b="1"/>
            </a:lvl5pPr>
            <a:lvl6pPr marL="4356430" indent="0">
              <a:buNone/>
              <a:defRPr sz="3049" b="1"/>
            </a:lvl6pPr>
            <a:lvl7pPr marL="5227716" indent="0">
              <a:buNone/>
              <a:defRPr sz="3049" b="1"/>
            </a:lvl7pPr>
            <a:lvl8pPr marL="6099002" indent="0">
              <a:buNone/>
              <a:defRPr sz="3049" b="1"/>
            </a:lvl8pPr>
            <a:lvl9pPr marL="6970288" indent="0">
              <a:buNone/>
              <a:defRPr sz="304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851896" y="4395787"/>
            <a:ext cx="7702299" cy="7986215"/>
          </a:xfrm>
        </p:spPr>
        <p:txBody>
          <a:bodyPr/>
          <a:lstStyle>
            <a:lvl1pPr>
              <a:defRPr sz="4574"/>
            </a:lvl1pPr>
            <a:lvl2pPr>
              <a:defRPr sz="3811"/>
            </a:lvl2pPr>
            <a:lvl3pPr>
              <a:defRPr sz="3430"/>
            </a:lvl3pPr>
            <a:lvl4pPr>
              <a:defRPr sz="3049"/>
            </a:lvl4pPr>
            <a:lvl5pPr>
              <a:defRPr sz="3049"/>
            </a:lvl5pPr>
            <a:lvl6pPr>
              <a:defRPr sz="3049"/>
            </a:lvl6pPr>
            <a:lvl7pPr>
              <a:defRPr sz="3049"/>
            </a:lvl7pPr>
            <a:lvl8pPr>
              <a:defRPr sz="3049"/>
            </a:lvl8pPr>
            <a:lvl9pPr>
              <a:defRPr sz="304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1274" y="551880"/>
            <a:ext cx="5732859" cy="2348698"/>
          </a:xfrm>
        </p:spPr>
        <p:txBody>
          <a:bodyPr anchor="b"/>
          <a:lstStyle>
            <a:lvl1pPr algn="l">
              <a:defRPr sz="3811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12874" y="551881"/>
            <a:ext cx="9741320" cy="11830122"/>
          </a:xfrm>
        </p:spPr>
        <p:txBody>
          <a:bodyPr/>
          <a:lstStyle>
            <a:lvl1pPr>
              <a:defRPr sz="6098"/>
            </a:lvl1pPr>
            <a:lvl2pPr>
              <a:defRPr sz="5336"/>
            </a:lvl2pPr>
            <a:lvl3pPr>
              <a:defRPr sz="4574"/>
            </a:lvl3pPr>
            <a:lvl4pPr>
              <a:defRPr sz="3811"/>
            </a:lvl4pPr>
            <a:lvl5pPr>
              <a:defRPr sz="3811"/>
            </a:lvl5pPr>
            <a:lvl6pPr>
              <a:defRPr sz="3811"/>
            </a:lvl6pPr>
            <a:lvl7pPr>
              <a:defRPr sz="3811"/>
            </a:lvl7pPr>
            <a:lvl8pPr>
              <a:defRPr sz="3811"/>
            </a:lvl8pPr>
            <a:lvl9pPr>
              <a:defRPr sz="381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71274" y="2900579"/>
            <a:ext cx="5732859" cy="9481424"/>
          </a:xfrm>
        </p:spPr>
        <p:txBody>
          <a:bodyPr/>
          <a:lstStyle>
            <a:lvl1pPr marL="0" indent="0">
              <a:buNone/>
              <a:defRPr sz="2668"/>
            </a:lvl1pPr>
            <a:lvl2pPr marL="871286" indent="0">
              <a:buNone/>
              <a:defRPr sz="2287"/>
            </a:lvl2pPr>
            <a:lvl3pPr marL="1742572" indent="0">
              <a:buNone/>
              <a:defRPr sz="1906"/>
            </a:lvl3pPr>
            <a:lvl4pPr marL="2613858" indent="0">
              <a:buNone/>
              <a:defRPr sz="1715"/>
            </a:lvl4pPr>
            <a:lvl5pPr marL="3485144" indent="0">
              <a:buNone/>
              <a:defRPr sz="1715"/>
            </a:lvl5pPr>
            <a:lvl6pPr marL="4356430" indent="0">
              <a:buNone/>
              <a:defRPr sz="1715"/>
            </a:lvl6pPr>
            <a:lvl7pPr marL="5227716" indent="0">
              <a:buNone/>
              <a:defRPr sz="1715"/>
            </a:lvl7pPr>
            <a:lvl8pPr marL="6099002" indent="0">
              <a:buNone/>
              <a:defRPr sz="1715"/>
            </a:lvl8pPr>
            <a:lvl9pPr marL="6970288" indent="0">
              <a:buNone/>
              <a:defRPr sz="171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15514" y="9702817"/>
            <a:ext cx="10455280" cy="1145472"/>
          </a:xfrm>
        </p:spPr>
        <p:txBody>
          <a:bodyPr anchor="b"/>
          <a:lstStyle>
            <a:lvl1pPr algn="l">
              <a:defRPr sz="3811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415514" y="1238521"/>
            <a:ext cx="10455280" cy="8316700"/>
          </a:xfrm>
        </p:spPr>
        <p:txBody>
          <a:bodyPr/>
          <a:lstStyle>
            <a:lvl1pPr marL="0" indent="0">
              <a:buNone/>
              <a:defRPr sz="6098"/>
            </a:lvl1pPr>
            <a:lvl2pPr marL="871286" indent="0">
              <a:buNone/>
              <a:defRPr sz="5336"/>
            </a:lvl2pPr>
            <a:lvl3pPr marL="1742572" indent="0">
              <a:buNone/>
              <a:defRPr sz="4574"/>
            </a:lvl3pPr>
            <a:lvl4pPr marL="2613858" indent="0">
              <a:buNone/>
              <a:defRPr sz="3811"/>
            </a:lvl4pPr>
            <a:lvl5pPr marL="3485144" indent="0">
              <a:buNone/>
              <a:defRPr sz="3811"/>
            </a:lvl5pPr>
            <a:lvl6pPr marL="4356430" indent="0">
              <a:buNone/>
              <a:defRPr sz="3811"/>
            </a:lvl6pPr>
            <a:lvl7pPr marL="5227716" indent="0">
              <a:buNone/>
              <a:defRPr sz="3811"/>
            </a:lvl7pPr>
            <a:lvl8pPr marL="6099002" indent="0">
              <a:buNone/>
              <a:defRPr sz="3811"/>
            </a:lvl8pPr>
            <a:lvl9pPr marL="6970288" indent="0">
              <a:buNone/>
              <a:defRPr sz="3811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15514" y="10848290"/>
            <a:ext cx="10455280" cy="1626761"/>
          </a:xfrm>
        </p:spPr>
        <p:txBody>
          <a:bodyPr/>
          <a:lstStyle>
            <a:lvl1pPr marL="0" indent="0">
              <a:buNone/>
              <a:defRPr sz="2668"/>
            </a:lvl1pPr>
            <a:lvl2pPr marL="871286" indent="0">
              <a:buNone/>
              <a:defRPr sz="2287"/>
            </a:lvl2pPr>
            <a:lvl3pPr marL="1742572" indent="0">
              <a:buNone/>
              <a:defRPr sz="1906"/>
            </a:lvl3pPr>
            <a:lvl4pPr marL="2613858" indent="0">
              <a:buNone/>
              <a:defRPr sz="1715"/>
            </a:lvl4pPr>
            <a:lvl5pPr marL="3485144" indent="0">
              <a:buNone/>
              <a:defRPr sz="1715"/>
            </a:lvl5pPr>
            <a:lvl6pPr marL="4356430" indent="0">
              <a:buNone/>
              <a:defRPr sz="1715"/>
            </a:lvl6pPr>
            <a:lvl7pPr marL="5227716" indent="0">
              <a:buNone/>
              <a:defRPr sz="1715"/>
            </a:lvl7pPr>
            <a:lvl8pPr marL="6099002" indent="0">
              <a:buNone/>
              <a:defRPr sz="1715"/>
            </a:lvl8pPr>
            <a:lvl9pPr marL="6970288" indent="0">
              <a:buNone/>
              <a:defRPr sz="171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633464" y="555090"/>
            <a:ext cx="3920730" cy="11826913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71273" y="555090"/>
            <a:ext cx="11471766" cy="1182691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71273" y="3234273"/>
            <a:ext cx="15682921" cy="91477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28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28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28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742572" rtl="0" eaLnBrk="1" latinLnBrk="0" hangingPunct="1">
        <a:spcBef>
          <a:spcPct val="0"/>
        </a:spcBef>
        <a:buNone/>
        <a:defRPr sz="838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53465" indent="-653465" algn="l" defTabSz="1742572" rtl="0" eaLnBrk="1" latinLnBrk="0" hangingPunct="1">
        <a:spcBef>
          <a:spcPct val="20000"/>
        </a:spcBef>
        <a:buFont typeface="Arial" pitchFamily="34" charset="0"/>
        <a:buChar char="•"/>
        <a:defRPr sz="6098" kern="1200">
          <a:solidFill>
            <a:schemeClr val="tx1"/>
          </a:solidFill>
          <a:latin typeface="+mn-lt"/>
          <a:ea typeface="+mn-ea"/>
          <a:cs typeface="+mn-cs"/>
        </a:defRPr>
      </a:lvl1pPr>
      <a:lvl2pPr marL="1415840" indent="-544554" algn="l" defTabSz="1742572" rtl="0" eaLnBrk="1" latinLnBrk="0" hangingPunct="1">
        <a:spcBef>
          <a:spcPct val="20000"/>
        </a:spcBef>
        <a:buFont typeface="Arial" pitchFamily="34" charset="0"/>
        <a:buChar char="–"/>
        <a:defRPr sz="5336" kern="1200">
          <a:solidFill>
            <a:schemeClr val="tx1"/>
          </a:solidFill>
          <a:latin typeface="+mn-lt"/>
          <a:ea typeface="+mn-ea"/>
          <a:cs typeface="+mn-cs"/>
        </a:defRPr>
      </a:lvl2pPr>
      <a:lvl3pPr marL="2178215" indent="-435643" algn="l" defTabSz="1742572" rtl="0" eaLnBrk="1" latinLnBrk="0" hangingPunct="1">
        <a:spcBef>
          <a:spcPct val="20000"/>
        </a:spcBef>
        <a:buFont typeface="Arial" pitchFamily="34" charset="0"/>
        <a:buChar char="•"/>
        <a:defRPr sz="4574" kern="1200">
          <a:solidFill>
            <a:schemeClr val="tx1"/>
          </a:solidFill>
          <a:latin typeface="+mn-lt"/>
          <a:ea typeface="+mn-ea"/>
          <a:cs typeface="+mn-cs"/>
        </a:defRPr>
      </a:lvl3pPr>
      <a:lvl4pPr marL="3049501" indent="-435643" algn="l" defTabSz="1742572" rtl="0" eaLnBrk="1" latinLnBrk="0" hangingPunct="1">
        <a:spcBef>
          <a:spcPct val="20000"/>
        </a:spcBef>
        <a:buFont typeface="Arial" pitchFamily="34" charset="0"/>
        <a:buChar char="–"/>
        <a:defRPr sz="3811" kern="1200">
          <a:solidFill>
            <a:schemeClr val="tx1"/>
          </a:solidFill>
          <a:latin typeface="+mn-lt"/>
          <a:ea typeface="+mn-ea"/>
          <a:cs typeface="+mn-cs"/>
        </a:defRPr>
      </a:lvl4pPr>
      <a:lvl5pPr marL="3920787" indent="-435643" algn="l" defTabSz="1742572" rtl="0" eaLnBrk="1" latinLnBrk="0" hangingPunct="1">
        <a:spcBef>
          <a:spcPct val="20000"/>
        </a:spcBef>
        <a:buFont typeface="Arial" pitchFamily="34" charset="0"/>
        <a:buChar char="»"/>
        <a:defRPr sz="3811" kern="1200">
          <a:solidFill>
            <a:schemeClr val="tx1"/>
          </a:solidFill>
          <a:latin typeface="+mn-lt"/>
          <a:ea typeface="+mn-ea"/>
          <a:cs typeface="+mn-cs"/>
        </a:defRPr>
      </a:lvl5pPr>
      <a:lvl6pPr marL="4792073" indent="-435643" algn="l" defTabSz="1742572" rtl="0" eaLnBrk="1" latinLnBrk="0" hangingPunct="1">
        <a:spcBef>
          <a:spcPct val="20000"/>
        </a:spcBef>
        <a:buFont typeface="Arial" pitchFamily="34" charset="0"/>
        <a:buChar char="•"/>
        <a:defRPr sz="3811" kern="1200">
          <a:solidFill>
            <a:schemeClr val="tx1"/>
          </a:solidFill>
          <a:latin typeface="+mn-lt"/>
          <a:ea typeface="+mn-ea"/>
          <a:cs typeface="+mn-cs"/>
        </a:defRPr>
      </a:lvl6pPr>
      <a:lvl7pPr marL="5663359" indent="-435643" algn="l" defTabSz="1742572" rtl="0" eaLnBrk="1" latinLnBrk="0" hangingPunct="1">
        <a:spcBef>
          <a:spcPct val="20000"/>
        </a:spcBef>
        <a:buFont typeface="Arial" pitchFamily="34" charset="0"/>
        <a:buChar char="•"/>
        <a:defRPr sz="3811" kern="1200">
          <a:solidFill>
            <a:schemeClr val="tx1"/>
          </a:solidFill>
          <a:latin typeface="+mn-lt"/>
          <a:ea typeface="+mn-ea"/>
          <a:cs typeface="+mn-cs"/>
        </a:defRPr>
      </a:lvl7pPr>
      <a:lvl8pPr marL="6534645" indent="-435643" algn="l" defTabSz="1742572" rtl="0" eaLnBrk="1" latinLnBrk="0" hangingPunct="1">
        <a:spcBef>
          <a:spcPct val="20000"/>
        </a:spcBef>
        <a:buFont typeface="Arial" pitchFamily="34" charset="0"/>
        <a:buChar char="•"/>
        <a:defRPr sz="3811" kern="1200">
          <a:solidFill>
            <a:schemeClr val="tx1"/>
          </a:solidFill>
          <a:latin typeface="+mn-lt"/>
          <a:ea typeface="+mn-ea"/>
          <a:cs typeface="+mn-cs"/>
        </a:defRPr>
      </a:lvl8pPr>
      <a:lvl9pPr marL="7405931" indent="-435643" algn="l" defTabSz="1742572" rtl="0" eaLnBrk="1" latinLnBrk="0" hangingPunct="1">
        <a:spcBef>
          <a:spcPct val="20000"/>
        </a:spcBef>
        <a:buFont typeface="Arial" pitchFamily="34" charset="0"/>
        <a:buChar char="•"/>
        <a:defRPr sz="381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742572" rtl="0" eaLnBrk="1" latinLnBrk="0" hangingPunct="1">
        <a:defRPr sz="3430" kern="1200">
          <a:solidFill>
            <a:schemeClr val="tx1"/>
          </a:solidFill>
          <a:latin typeface="+mn-lt"/>
          <a:ea typeface="+mn-ea"/>
          <a:cs typeface="+mn-cs"/>
        </a:defRPr>
      </a:lvl1pPr>
      <a:lvl2pPr marL="871286" algn="l" defTabSz="1742572" rtl="0" eaLnBrk="1" latinLnBrk="0" hangingPunct="1">
        <a:defRPr sz="3430" kern="1200">
          <a:solidFill>
            <a:schemeClr val="tx1"/>
          </a:solidFill>
          <a:latin typeface="+mn-lt"/>
          <a:ea typeface="+mn-ea"/>
          <a:cs typeface="+mn-cs"/>
        </a:defRPr>
      </a:lvl2pPr>
      <a:lvl3pPr marL="1742572" algn="l" defTabSz="1742572" rtl="0" eaLnBrk="1" latinLnBrk="0" hangingPunct="1">
        <a:defRPr sz="3430" kern="1200">
          <a:solidFill>
            <a:schemeClr val="tx1"/>
          </a:solidFill>
          <a:latin typeface="+mn-lt"/>
          <a:ea typeface="+mn-ea"/>
          <a:cs typeface="+mn-cs"/>
        </a:defRPr>
      </a:lvl3pPr>
      <a:lvl4pPr marL="2613858" algn="l" defTabSz="1742572" rtl="0" eaLnBrk="1" latinLnBrk="0" hangingPunct="1">
        <a:defRPr sz="3430" kern="1200">
          <a:solidFill>
            <a:schemeClr val="tx1"/>
          </a:solidFill>
          <a:latin typeface="+mn-lt"/>
          <a:ea typeface="+mn-ea"/>
          <a:cs typeface="+mn-cs"/>
        </a:defRPr>
      </a:lvl4pPr>
      <a:lvl5pPr marL="3485144" algn="l" defTabSz="1742572" rtl="0" eaLnBrk="1" latinLnBrk="0" hangingPunct="1">
        <a:defRPr sz="3430" kern="1200">
          <a:solidFill>
            <a:schemeClr val="tx1"/>
          </a:solidFill>
          <a:latin typeface="+mn-lt"/>
          <a:ea typeface="+mn-ea"/>
          <a:cs typeface="+mn-cs"/>
        </a:defRPr>
      </a:lvl5pPr>
      <a:lvl6pPr marL="4356430" algn="l" defTabSz="1742572" rtl="0" eaLnBrk="1" latinLnBrk="0" hangingPunct="1">
        <a:defRPr sz="3430" kern="1200">
          <a:solidFill>
            <a:schemeClr val="tx1"/>
          </a:solidFill>
          <a:latin typeface="+mn-lt"/>
          <a:ea typeface="+mn-ea"/>
          <a:cs typeface="+mn-cs"/>
        </a:defRPr>
      </a:lvl6pPr>
      <a:lvl7pPr marL="5227716" algn="l" defTabSz="1742572" rtl="0" eaLnBrk="1" latinLnBrk="0" hangingPunct="1">
        <a:defRPr sz="3430" kern="1200">
          <a:solidFill>
            <a:schemeClr val="tx1"/>
          </a:solidFill>
          <a:latin typeface="+mn-lt"/>
          <a:ea typeface="+mn-ea"/>
          <a:cs typeface="+mn-cs"/>
        </a:defRPr>
      </a:lvl7pPr>
      <a:lvl8pPr marL="6099002" algn="l" defTabSz="1742572" rtl="0" eaLnBrk="1" latinLnBrk="0" hangingPunct="1">
        <a:defRPr sz="3430" kern="1200">
          <a:solidFill>
            <a:schemeClr val="tx1"/>
          </a:solidFill>
          <a:latin typeface="+mn-lt"/>
          <a:ea typeface="+mn-ea"/>
          <a:cs typeface="+mn-cs"/>
        </a:defRPr>
      </a:lvl8pPr>
      <a:lvl9pPr marL="6970288" algn="l" defTabSz="1742572" rtl="0" eaLnBrk="1" latinLnBrk="0" hangingPunct="1">
        <a:defRPr sz="34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4F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34721" y="36779527"/>
            <a:ext cx="29324843" cy="6461592"/>
            <a:chOff x="0" y="0"/>
            <a:chExt cx="3032124" cy="60757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032124" cy="607578"/>
            </a:xfrm>
            <a:custGeom>
              <a:avLst/>
              <a:gdLst/>
              <a:ahLst/>
              <a:cxnLst/>
              <a:rect l="l" t="t" r="r" b="b"/>
              <a:pathLst>
                <a:path w="3032124" h="607578">
                  <a:moveTo>
                    <a:pt x="0" y="0"/>
                  </a:moveTo>
                  <a:lnTo>
                    <a:pt x="3032124" y="0"/>
                  </a:lnTo>
                  <a:lnTo>
                    <a:pt x="3032124" y="607578"/>
                  </a:lnTo>
                  <a:lnTo>
                    <a:pt x="0" y="607578"/>
                  </a:lnTo>
                  <a:close/>
                </a:path>
              </a:pathLst>
            </a:custGeom>
            <a:solidFill>
              <a:srgbClr val="10E68E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BR" sz="6769" noProof="0" dirty="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3032124" cy="655203"/>
            </a:xfrm>
            <a:prstGeom prst="rect">
              <a:avLst/>
            </a:prstGeom>
          </p:spPr>
          <p:txBody>
            <a:bodyPr lIns="88932" tIns="88932" rIns="88932" bIns="88932" rtlCol="0" anchor="ctr"/>
            <a:lstStyle/>
            <a:p>
              <a:pPr algn="ctr">
                <a:lnSpc>
                  <a:spcPts val="7596"/>
                </a:lnSpc>
                <a:spcBef>
                  <a:spcPct val="0"/>
                </a:spcBef>
              </a:pPr>
              <a:endParaRPr lang="pt-BR" sz="6769" noProof="0" dirty="0"/>
            </a:p>
          </p:txBody>
        </p:sp>
      </p:grpSp>
      <p:sp>
        <p:nvSpPr>
          <p:cNvPr id="5" name="Freeform 5"/>
          <p:cNvSpPr/>
          <p:nvPr/>
        </p:nvSpPr>
        <p:spPr>
          <a:xfrm>
            <a:off x="3163237" y="34829695"/>
            <a:ext cx="22769151" cy="14311010"/>
          </a:xfrm>
          <a:custGeom>
            <a:avLst/>
            <a:gdLst/>
            <a:ahLst/>
            <a:cxnLst/>
            <a:rect l="l" t="t" r="r" b="b"/>
            <a:pathLst>
              <a:path w="11948094" h="7509691">
                <a:moveTo>
                  <a:pt x="0" y="0"/>
                </a:moveTo>
                <a:lnTo>
                  <a:pt x="11948094" y="0"/>
                </a:lnTo>
                <a:lnTo>
                  <a:pt x="11948094" y="7509692"/>
                </a:lnTo>
                <a:lnTo>
                  <a:pt x="0" y="750969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48959"/>
            </a:stretch>
          </a:blipFill>
        </p:spPr>
        <p:txBody>
          <a:bodyPr/>
          <a:lstStyle/>
          <a:p>
            <a:endParaRPr lang="pt-BR" sz="6769" noProof="0" dirty="0"/>
          </a:p>
        </p:txBody>
      </p:sp>
      <p:grpSp>
        <p:nvGrpSpPr>
          <p:cNvPr id="6" name="Group 6"/>
          <p:cNvGrpSpPr/>
          <p:nvPr/>
        </p:nvGrpSpPr>
        <p:grpSpPr>
          <a:xfrm>
            <a:off x="-234720" y="29306856"/>
            <a:ext cx="29304069" cy="9253255"/>
            <a:chOff x="0" y="0"/>
            <a:chExt cx="3163653" cy="87007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3163653" cy="870076"/>
            </a:xfrm>
            <a:custGeom>
              <a:avLst/>
              <a:gdLst/>
              <a:ahLst/>
              <a:cxnLst/>
              <a:rect l="l" t="t" r="r" b="b"/>
              <a:pathLst>
                <a:path w="3163653" h="870076">
                  <a:moveTo>
                    <a:pt x="0" y="0"/>
                  </a:moveTo>
                  <a:lnTo>
                    <a:pt x="3163653" y="0"/>
                  </a:lnTo>
                  <a:lnTo>
                    <a:pt x="3163653" y="870076"/>
                  </a:lnTo>
                  <a:lnTo>
                    <a:pt x="0" y="870076"/>
                  </a:lnTo>
                  <a:close/>
                </a:path>
              </a:pathLst>
            </a:custGeom>
            <a:solidFill>
              <a:srgbClr val="044F37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BR" sz="6769" noProof="0" dirty="0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3163653" cy="917701"/>
            </a:xfrm>
            <a:prstGeom prst="rect">
              <a:avLst/>
            </a:prstGeom>
          </p:spPr>
          <p:txBody>
            <a:bodyPr lIns="88932" tIns="88932" rIns="88932" bIns="88932" rtlCol="0" anchor="ctr"/>
            <a:lstStyle/>
            <a:p>
              <a:pPr>
                <a:lnSpc>
                  <a:spcPts val="7596"/>
                </a:lnSpc>
                <a:spcBef>
                  <a:spcPct val="0"/>
                </a:spcBef>
              </a:pPr>
              <a:endParaRPr lang="pt-BR" sz="6769" noProof="0" dirty="0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234719" y="21516783"/>
            <a:ext cx="29324842" cy="8954039"/>
            <a:chOff x="0" y="0"/>
            <a:chExt cx="3225442" cy="84194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3225442" cy="841941"/>
            </a:xfrm>
            <a:custGeom>
              <a:avLst/>
              <a:gdLst/>
              <a:ahLst/>
              <a:cxnLst/>
              <a:rect l="l" t="t" r="r" b="b"/>
              <a:pathLst>
                <a:path w="3225442" h="841941">
                  <a:moveTo>
                    <a:pt x="0" y="0"/>
                  </a:moveTo>
                  <a:lnTo>
                    <a:pt x="3225442" y="0"/>
                  </a:lnTo>
                  <a:lnTo>
                    <a:pt x="3225442" y="841941"/>
                  </a:lnTo>
                  <a:lnTo>
                    <a:pt x="0" y="841941"/>
                  </a:lnTo>
                  <a:close/>
                </a:path>
              </a:pathLst>
            </a:custGeom>
            <a:solidFill>
              <a:srgbClr val="023327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BR" sz="6769" noProof="0" dirty="0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3225442" cy="889566"/>
            </a:xfrm>
            <a:prstGeom prst="rect">
              <a:avLst/>
            </a:prstGeom>
          </p:spPr>
          <p:txBody>
            <a:bodyPr lIns="88932" tIns="88932" rIns="88932" bIns="88932" rtlCol="0" anchor="ctr"/>
            <a:lstStyle/>
            <a:p>
              <a:pPr algn="ctr">
                <a:lnSpc>
                  <a:spcPts val="7596"/>
                </a:lnSpc>
                <a:spcBef>
                  <a:spcPct val="0"/>
                </a:spcBef>
              </a:pPr>
              <a:endParaRPr lang="pt-BR" sz="6769" noProof="0" dirty="0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234720" y="16067865"/>
            <a:ext cx="29304069" cy="7866470"/>
            <a:chOff x="0" y="0"/>
            <a:chExt cx="3032124" cy="739677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3032124" cy="739677"/>
            </a:xfrm>
            <a:custGeom>
              <a:avLst/>
              <a:gdLst/>
              <a:ahLst/>
              <a:cxnLst/>
              <a:rect l="l" t="t" r="r" b="b"/>
              <a:pathLst>
                <a:path w="3032124" h="739677">
                  <a:moveTo>
                    <a:pt x="0" y="0"/>
                  </a:moveTo>
                  <a:lnTo>
                    <a:pt x="3032124" y="0"/>
                  </a:lnTo>
                  <a:lnTo>
                    <a:pt x="3032124" y="739677"/>
                  </a:lnTo>
                  <a:lnTo>
                    <a:pt x="0" y="739677"/>
                  </a:lnTo>
                  <a:close/>
                </a:path>
              </a:pathLst>
            </a:custGeom>
            <a:solidFill>
              <a:srgbClr val="0B9E64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BR" sz="6769" noProof="0" dirty="0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47625"/>
              <a:ext cx="3032124" cy="787302"/>
            </a:xfrm>
            <a:prstGeom prst="rect">
              <a:avLst/>
            </a:prstGeom>
          </p:spPr>
          <p:txBody>
            <a:bodyPr lIns="88932" tIns="88932" rIns="88932" bIns="88932" rtlCol="0" anchor="ctr"/>
            <a:lstStyle/>
            <a:p>
              <a:pPr algn="ctr">
                <a:lnSpc>
                  <a:spcPts val="7596"/>
                </a:lnSpc>
                <a:spcBef>
                  <a:spcPct val="0"/>
                </a:spcBef>
              </a:pPr>
              <a:endParaRPr lang="pt-BR" sz="6769" noProof="0" dirty="0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234719" y="7322639"/>
            <a:ext cx="29304069" cy="8719626"/>
            <a:chOff x="0" y="0"/>
            <a:chExt cx="3218728" cy="819899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3218728" cy="819899"/>
            </a:xfrm>
            <a:custGeom>
              <a:avLst/>
              <a:gdLst/>
              <a:ahLst/>
              <a:cxnLst/>
              <a:rect l="l" t="t" r="r" b="b"/>
              <a:pathLst>
                <a:path w="3218728" h="819899">
                  <a:moveTo>
                    <a:pt x="0" y="0"/>
                  </a:moveTo>
                  <a:lnTo>
                    <a:pt x="3218728" y="0"/>
                  </a:lnTo>
                  <a:lnTo>
                    <a:pt x="3218728" y="819899"/>
                  </a:lnTo>
                  <a:lnTo>
                    <a:pt x="0" y="819899"/>
                  </a:lnTo>
                  <a:close/>
                </a:path>
              </a:pathLst>
            </a:custGeom>
            <a:solidFill>
              <a:srgbClr val="07734C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BR" sz="6769" noProof="0" dirty="0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3218728" cy="867524"/>
            </a:xfrm>
            <a:prstGeom prst="rect">
              <a:avLst/>
            </a:prstGeom>
          </p:spPr>
          <p:txBody>
            <a:bodyPr lIns="88932" tIns="88932" rIns="88932" bIns="88932" rtlCol="0" anchor="ctr"/>
            <a:lstStyle/>
            <a:p>
              <a:pPr algn="ctr">
                <a:lnSpc>
                  <a:spcPts val="7596"/>
                </a:lnSpc>
                <a:spcBef>
                  <a:spcPct val="0"/>
                </a:spcBef>
              </a:pPr>
              <a:endParaRPr lang="pt-BR" sz="6769" noProof="0" dirty="0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-234719" y="-573881"/>
            <a:ext cx="29324841" cy="9050021"/>
            <a:chOff x="0" y="-47625"/>
            <a:chExt cx="2755436" cy="85096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755436" cy="803341"/>
            </a:xfrm>
            <a:custGeom>
              <a:avLst/>
              <a:gdLst/>
              <a:ahLst/>
              <a:cxnLst/>
              <a:rect l="l" t="t" r="r" b="b"/>
              <a:pathLst>
                <a:path w="2755436" h="803341">
                  <a:moveTo>
                    <a:pt x="0" y="0"/>
                  </a:moveTo>
                  <a:lnTo>
                    <a:pt x="2755436" y="0"/>
                  </a:lnTo>
                  <a:lnTo>
                    <a:pt x="2755436" y="803341"/>
                  </a:lnTo>
                  <a:lnTo>
                    <a:pt x="0" y="803341"/>
                  </a:lnTo>
                  <a:close/>
                </a:path>
              </a:pathLst>
            </a:custGeom>
            <a:solidFill>
              <a:srgbClr val="10E68E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BR" sz="6769" noProof="0" dirty="0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47625"/>
              <a:ext cx="2755436" cy="850966"/>
            </a:xfrm>
            <a:prstGeom prst="rect">
              <a:avLst/>
            </a:prstGeom>
          </p:spPr>
          <p:txBody>
            <a:bodyPr lIns="88932" tIns="88932" rIns="88932" bIns="88932" rtlCol="0" anchor="ctr"/>
            <a:lstStyle/>
            <a:p>
              <a:pPr algn="ctr">
                <a:lnSpc>
                  <a:spcPts val="7596"/>
                </a:lnSpc>
                <a:spcBef>
                  <a:spcPct val="0"/>
                </a:spcBef>
              </a:pPr>
              <a:endParaRPr lang="pt-BR" sz="6769" noProof="0" dirty="0"/>
            </a:p>
          </p:txBody>
        </p:sp>
      </p:grpSp>
      <p:grpSp>
        <p:nvGrpSpPr>
          <p:cNvPr id="21" name="Group 21"/>
          <p:cNvGrpSpPr/>
          <p:nvPr/>
        </p:nvGrpSpPr>
        <p:grpSpPr>
          <a:xfrm rot="-5400000">
            <a:off x="11337842" y="13486653"/>
            <a:ext cx="20464104" cy="12527228"/>
            <a:chOff x="0" y="0"/>
            <a:chExt cx="1922704" cy="1176995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922704" cy="1176995"/>
            </a:xfrm>
            <a:custGeom>
              <a:avLst/>
              <a:gdLst/>
              <a:ahLst/>
              <a:cxnLst/>
              <a:rect l="l" t="t" r="r" b="b"/>
              <a:pathLst>
                <a:path w="1922704" h="1176995">
                  <a:moveTo>
                    <a:pt x="0" y="0"/>
                  </a:moveTo>
                  <a:lnTo>
                    <a:pt x="1922704" y="0"/>
                  </a:lnTo>
                  <a:lnTo>
                    <a:pt x="1922704" y="1176995"/>
                  </a:lnTo>
                  <a:lnTo>
                    <a:pt x="0" y="1176995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pt-BR" sz="6769" noProof="0" dirty="0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1922704" cy="1224620"/>
            </a:xfrm>
            <a:prstGeom prst="rect">
              <a:avLst/>
            </a:prstGeom>
          </p:spPr>
          <p:txBody>
            <a:bodyPr lIns="89001" tIns="89001" rIns="89001" bIns="89001" rtlCol="0" anchor="ctr"/>
            <a:lstStyle/>
            <a:p>
              <a:pPr algn="ctr">
                <a:lnSpc>
                  <a:spcPts val="7596"/>
                </a:lnSpc>
              </a:pPr>
              <a:endParaRPr lang="pt-BR" sz="6769" noProof="0" dirty="0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927180" y="30517709"/>
            <a:ext cx="13848538" cy="7746634"/>
            <a:chOff x="0" y="0"/>
            <a:chExt cx="1302166" cy="820732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302166" cy="820732"/>
            </a:xfrm>
            <a:custGeom>
              <a:avLst/>
              <a:gdLst/>
              <a:ahLst/>
              <a:cxnLst/>
              <a:rect l="l" t="t" r="r" b="b"/>
              <a:pathLst>
                <a:path w="1302166" h="820732">
                  <a:moveTo>
                    <a:pt x="0" y="0"/>
                  </a:moveTo>
                  <a:lnTo>
                    <a:pt x="1302166" y="0"/>
                  </a:lnTo>
                  <a:lnTo>
                    <a:pt x="1302166" y="820732"/>
                  </a:lnTo>
                  <a:lnTo>
                    <a:pt x="0" y="820732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pt-BR" sz="6769" noProof="0" dirty="0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47625"/>
              <a:ext cx="1302166" cy="868357"/>
            </a:xfrm>
            <a:prstGeom prst="rect">
              <a:avLst/>
            </a:prstGeom>
          </p:spPr>
          <p:txBody>
            <a:bodyPr lIns="88932" tIns="88932" rIns="88932" bIns="88932" rtlCol="0" anchor="ctr"/>
            <a:lstStyle/>
            <a:p>
              <a:pPr algn="ctr">
                <a:lnSpc>
                  <a:spcPts val="7596"/>
                </a:lnSpc>
              </a:pPr>
              <a:endParaRPr lang="pt-BR" sz="6769" noProof="0" dirty="0"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5314612" y="30515719"/>
            <a:ext cx="12527228" cy="7676902"/>
            <a:chOff x="0" y="0"/>
            <a:chExt cx="8764870" cy="5371264"/>
          </a:xfrm>
        </p:grpSpPr>
        <p:grpSp>
          <p:nvGrpSpPr>
            <p:cNvPr id="28" name="Group 28"/>
            <p:cNvGrpSpPr/>
            <p:nvPr/>
          </p:nvGrpSpPr>
          <p:grpSpPr>
            <a:xfrm>
              <a:off x="0" y="0"/>
              <a:ext cx="8764870" cy="5371264"/>
              <a:chOff x="0" y="0"/>
              <a:chExt cx="1329056" cy="814469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1329056" cy="814469"/>
              </a:xfrm>
              <a:custGeom>
                <a:avLst/>
                <a:gdLst/>
                <a:ahLst/>
                <a:cxnLst/>
                <a:rect l="l" t="t" r="r" b="b"/>
                <a:pathLst>
                  <a:path w="1329056" h="814469">
                    <a:moveTo>
                      <a:pt x="0" y="0"/>
                    </a:moveTo>
                    <a:lnTo>
                      <a:pt x="1329056" y="0"/>
                    </a:lnTo>
                    <a:lnTo>
                      <a:pt x="1329056" y="814469"/>
                    </a:lnTo>
                    <a:lnTo>
                      <a:pt x="0" y="814469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pt-BR" sz="6769" noProof="0" dirty="0"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47625"/>
                <a:ext cx="1329056" cy="862094"/>
              </a:xfrm>
              <a:prstGeom prst="rect">
                <a:avLst/>
              </a:prstGeom>
            </p:spPr>
            <p:txBody>
              <a:bodyPr lIns="96808" tIns="96808" rIns="96808" bIns="96808" rtlCol="0" anchor="ctr"/>
              <a:lstStyle/>
              <a:p>
                <a:pPr algn="ctr">
                  <a:lnSpc>
                    <a:spcPts val="7596"/>
                  </a:lnSpc>
                </a:pPr>
                <a:endParaRPr lang="pt-BR" sz="6769" noProof="0" dirty="0"/>
              </a:p>
            </p:txBody>
          </p:sp>
        </p:grpSp>
        <p:sp>
          <p:nvSpPr>
            <p:cNvPr id="31" name="TextBox 31"/>
            <p:cNvSpPr txBox="1"/>
            <p:nvPr/>
          </p:nvSpPr>
          <p:spPr>
            <a:xfrm>
              <a:off x="1064599" y="235141"/>
              <a:ext cx="6635674" cy="4333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810"/>
                </a:lnSpc>
              </a:pPr>
              <a:r>
                <a:rPr lang="pt-BR" sz="4762" b="1" spc="179" noProof="0" dirty="0">
                  <a:solidFill>
                    <a:srgbClr val="000000"/>
                  </a:solidFill>
                  <a:latin typeface="Open Sans 1 Bold"/>
                  <a:ea typeface="Open Sans 1 Bold"/>
                  <a:cs typeface="Open Sans 1 Bold"/>
                  <a:sym typeface="Open Sans 1 Bold"/>
                </a:rPr>
                <a:t>REFERÊNCIAS</a:t>
              </a:r>
            </a:p>
          </p:txBody>
        </p:sp>
      </p:grpSp>
      <p:sp>
        <p:nvSpPr>
          <p:cNvPr id="32" name="Freeform 32"/>
          <p:cNvSpPr/>
          <p:nvPr/>
        </p:nvSpPr>
        <p:spPr>
          <a:xfrm>
            <a:off x="-916543" y="1525353"/>
            <a:ext cx="8571184" cy="2454222"/>
          </a:xfrm>
          <a:custGeom>
            <a:avLst/>
            <a:gdLst/>
            <a:ahLst/>
            <a:cxnLst/>
            <a:rect l="l" t="t" r="r" b="b"/>
            <a:pathLst>
              <a:path w="4497722" h="1287851">
                <a:moveTo>
                  <a:pt x="0" y="0"/>
                </a:moveTo>
                <a:lnTo>
                  <a:pt x="4497722" y="0"/>
                </a:lnTo>
                <a:lnTo>
                  <a:pt x="4497722" y="1287851"/>
                </a:lnTo>
                <a:lnTo>
                  <a:pt x="0" y="128785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 sz="6769" noProof="0" dirty="0"/>
          </a:p>
        </p:txBody>
      </p:sp>
      <p:sp>
        <p:nvSpPr>
          <p:cNvPr id="33" name="Freeform 33"/>
          <p:cNvSpPr/>
          <p:nvPr/>
        </p:nvSpPr>
        <p:spPr>
          <a:xfrm>
            <a:off x="3163237" y="-4997460"/>
            <a:ext cx="22769151" cy="14311010"/>
          </a:xfrm>
          <a:custGeom>
            <a:avLst/>
            <a:gdLst/>
            <a:ahLst/>
            <a:cxnLst/>
            <a:rect l="l" t="t" r="r" b="b"/>
            <a:pathLst>
              <a:path w="11948094" h="7509691">
                <a:moveTo>
                  <a:pt x="0" y="0"/>
                </a:moveTo>
                <a:lnTo>
                  <a:pt x="11948094" y="0"/>
                </a:lnTo>
                <a:lnTo>
                  <a:pt x="11948094" y="7509691"/>
                </a:lnTo>
                <a:lnTo>
                  <a:pt x="0" y="750969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48959"/>
            </a:stretch>
          </a:blipFill>
        </p:spPr>
        <p:txBody>
          <a:bodyPr/>
          <a:lstStyle/>
          <a:p>
            <a:endParaRPr lang="pt-BR" sz="6769" noProof="0" dirty="0"/>
          </a:p>
        </p:txBody>
      </p:sp>
      <p:sp>
        <p:nvSpPr>
          <p:cNvPr id="34" name="Freeform 34"/>
          <p:cNvSpPr/>
          <p:nvPr/>
        </p:nvSpPr>
        <p:spPr>
          <a:xfrm>
            <a:off x="21014306" y="1712017"/>
            <a:ext cx="7228385" cy="2335060"/>
          </a:xfrm>
          <a:custGeom>
            <a:avLst/>
            <a:gdLst/>
            <a:ahLst/>
            <a:cxnLst/>
            <a:rect l="l" t="t" r="r" b="b"/>
            <a:pathLst>
              <a:path w="3793089" h="1225321">
                <a:moveTo>
                  <a:pt x="0" y="0"/>
                </a:moveTo>
                <a:lnTo>
                  <a:pt x="3793089" y="0"/>
                </a:lnTo>
                <a:lnTo>
                  <a:pt x="3793089" y="1225321"/>
                </a:lnTo>
                <a:lnTo>
                  <a:pt x="0" y="122532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 sz="6769" noProof="0" dirty="0"/>
          </a:p>
        </p:txBody>
      </p:sp>
      <p:sp>
        <p:nvSpPr>
          <p:cNvPr id="36" name="TextBox 36"/>
          <p:cNvSpPr txBox="1"/>
          <p:nvPr/>
        </p:nvSpPr>
        <p:spPr>
          <a:xfrm>
            <a:off x="5432058" y="12099877"/>
            <a:ext cx="4989818" cy="6586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26"/>
              </a:lnSpc>
            </a:pPr>
            <a:r>
              <a:rPr lang="pt-BR" sz="5077" b="1" spc="192" noProof="0" dirty="0">
                <a:solidFill>
                  <a:srgbClr val="000000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INTRODUÇÃO</a:t>
            </a:r>
          </a:p>
        </p:txBody>
      </p:sp>
      <p:grpSp>
        <p:nvGrpSpPr>
          <p:cNvPr id="37" name="Group 37"/>
          <p:cNvGrpSpPr/>
          <p:nvPr/>
        </p:nvGrpSpPr>
        <p:grpSpPr>
          <a:xfrm rot="-5400000">
            <a:off x="2748047" y="7730622"/>
            <a:ext cx="10206805" cy="13848538"/>
            <a:chOff x="0" y="0"/>
            <a:chExt cx="958980" cy="1301139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958980" cy="1301139"/>
            </a:xfrm>
            <a:custGeom>
              <a:avLst/>
              <a:gdLst/>
              <a:ahLst/>
              <a:cxnLst/>
              <a:rect l="l" t="t" r="r" b="b"/>
              <a:pathLst>
                <a:path w="958980" h="1301139">
                  <a:moveTo>
                    <a:pt x="0" y="0"/>
                  </a:moveTo>
                  <a:lnTo>
                    <a:pt x="958980" y="0"/>
                  </a:lnTo>
                  <a:lnTo>
                    <a:pt x="958980" y="1301139"/>
                  </a:lnTo>
                  <a:lnTo>
                    <a:pt x="0" y="1301139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pt-BR" sz="6769" noProof="0" dirty="0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-47625"/>
              <a:ext cx="958980" cy="1348764"/>
            </a:xfrm>
            <a:prstGeom prst="rect">
              <a:avLst/>
            </a:prstGeom>
          </p:spPr>
          <p:txBody>
            <a:bodyPr lIns="89001" tIns="89001" rIns="89001" bIns="89001" rtlCol="0" anchor="ctr"/>
            <a:lstStyle/>
            <a:p>
              <a:pPr algn="ctr">
                <a:lnSpc>
                  <a:spcPts val="7596"/>
                </a:lnSpc>
              </a:pPr>
              <a:endParaRPr lang="pt-BR" sz="6769" noProof="0" dirty="0"/>
            </a:p>
          </p:txBody>
        </p:sp>
      </p:grpSp>
      <p:grpSp>
        <p:nvGrpSpPr>
          <p:cNvPr id="40" name="Group 40"/>
          <p:cNvGrpSpPr/>
          <p:nvPr/>
        </p:nvGrpSpPr>
        <p:grpSpPr>
          <a:xfrm rot="-5400000">
            <a:off x="2869448" y="18058832"/>
            <a:ext cx="9963998" cy="13848538"/>
            <a:chOff x="0" y="0"/>
            <a:chExt cx="936167" cy="1301139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936167" cy="1301139"/>
            </a:xfrm>
            <a:custGeom>
              <a:avLst/>
              <a:gdLst/>
              <a:ahLst/>
              <a:cxnLst/>
              <a:rect l="l" t="t" r="r" b="b"/>
              <a:pathLst>
                <a:path w="936167" h="1301139">
                  <a:moveTo>
                    <a:pt x="0" y="0"/>
                  </a:moveTo>
                  <a:lnTo>
                    <a:pt x="936167" y="0"/>
                  </a:lnTo>
                  <a:lnTo>
                    <a:pt x="936167" y="1301139"/>
                  </a:lnTo>
                  <a:lnTo>
                    <a:pt x="0" y="1301139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pt-BR" sz="6769" noProof="0" dirty="0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47625"/>
              <a:ext cx="936167" cy="1348764"/>
            </a:xfrm>
            <a:prstGeom prst="rect">
              <a:avLst/>
            </a:prstGeom>
          </p:spPr>
          <p:txBody>
            <a:bodyPr lIns="89001" tIns="89001" rIns="89001" bIns="89001" rtlCol="0" anchor="ctr"/>
            <a:lstStyle/>
            <a:p>
              <a:pPr algn="ctr">
                <a:lnSpc>
                  <a:spcPts val="7596"/>
                </a:lnSpc>
              </a:pPr>
              <a:endParaRPr lang="pt-BR" sz="6769" noProof="0" dirty="0"/>
            </a:p>
          </p:txBody>
        </p:sp>
      </p:grpSp>
      <p:sp>
        <p:nvSpPr>
          <p:cNvPr id="43" name="Freeform 43"/>
          <p:cNvSpPr/>
          <p:nvPr/>
        </p:nvSpPr>
        <p:spPr>
          <a:xfrm>
            <a:off x="22527251" y="36801439"/>
            <a:ext cx="5609093" cy="5642282"/>
          </a:xfrm>
          <a:custGeom>
            <a:avLst/>
            <a:gdLst/>
            <a:ahLst/>
            <a:cxnLst/>
            <a:rect l="l" t="t" r="r" b="b"/>
            <a:pathLst>
              <a:path w="2943367" h="2960783">
                <a:moveTo>
                  <a:pt x="0" y="0"/>
                </a:moveTo>
                <a:lnTo>
                  <a:pt x="2943367" y="0"/>
                </a:lnTo>
                <a:lnTo>
                  <a:pt x="2943367" y="2960784"/>
                </a:lnTo>
                <a:lnTo>
                  <a:pt x="0" y="296078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pt-BR" sz="6769" noProof="0" dirty="0"/>
          </a:p>
        </p:txBody>
      </p:sp>
      <p:sp>
        <p:nvSpPr>
          <p:cNvPr id="44" name="TextBox 44"/>
          <p:cNvSpPr txBox="1"/>
          <p:nvPr/>
        </p:nvSpPr>
        <p:spPr>
          <a:xfrm>
            <a:off x="-1" y="4700167"/>
            <a:ext cx="28813765" cy="1484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549"/>
              </a:lnSpc>
            </a:pPr>
            <a:r>
              <a:rPr lang="pt-BR" sz="11434" b="1" spc="433" noProof="0" dirty="0">
                <a:solidFill>
                  <a:srgbClr val="000000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PROJETO: SCAN COUNT AI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966917" y="6355587"/>
            <a:ext cx="26819581" cy="25204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668"/>
              </a:lnSpc>
            </a:pPr>
            <a:r>
              <a:rPr lang="pt-BR" sz="4762" b="1" noProof="0" dirty="0" err="1">
                <a:solidFill>
                  <a:srgbClr val="000000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Caroliny</a:t>
            </a:r>
            <a:r>
              <a:rPr lang="pt-BR" sz="4762" b="1" noProof="0" dirty="0">
                <a:solidFill>
                  <a:srgbClr val="000000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 Rossi, Duda Lucena, Murilo Vieira, Rafael Alves</a:t>
            </a:r>
          </a:p>
          <a:p>
            <a:pPr algn="ctr">
              <a:lnSpc>
                <a:spcPts val="6668"/>
              </a:lnSpc>
            </a:pPr>
            <a:r>
              <a:rPr lang="pt-BR" sz="4762" noProof="0" dirty="0">
                <a:solidFill>
                  <a:srgbClr val="000000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Orientadores: </a:t>
            </a:r>
            <a:r>
              <a:rPr lang="pt-BR" sz="4762">
                <a:solidFill>
                  <a:srgbClr val="000000"/>
                </a:solidFill>
                <a:latin typeface="Open Sans 1" panose="020B0604020202020204" charset="0"/>
                <a:ea typeface="Open Sans 1" panose="020B0604020202020204" charset="0"/>
                <a:cs typeface="Open Sans 1" panose="020B0604020202020204" charset="0"/>
                <a:sym typeface="Open Sans 2 Bold"/>
              </a:rPr>
              <a:t>Rafael Rossetti, </a:t>
            </a:r>
            <a:r>
              <a:rPr lang="pt-BR" sz="4762" noProof="0">
                <a:solidFill>
                  <a:srgbClr val="000000"/>
                </a:solidFill>
                <a:latin typeface="Open Sans 1" panose="020B0604020202020204" charset="0"/>
                <a:ea typeface="Open Sans 1" panose="020B0604020202020204" charset="0"/>
                <a:cs typeface="Open Sans 1" panose="020B0604020202020204" charset="0"/>
                <a:sym typeface="Open Sans 2 Bold"/>
              </a:rPr>
              <a:t>Rodnil</a:t>
            </a:r>
            <a:r>
              <a:rPr lang="pt-BR" sz="4762" noProof="0" dirty="0">
                <a:solidFill>
                  <a:srgbClr val="000000"/>
                </a:solidFill>
                <a:latin typeface="Open Sans 1" panose="020B0604020202020204" charset="0"/>
                <a:ea typeface="Open Sans 1" panose="020B0604020202020204" charset="0"/>
                <a:cs typeface="Open Sans 1" panose="020B0604020202020204" charset="0"/>
                <a:sym typeface="Open Sans 2 Bold"/>
              </a:rPr>
              <a:t> Lisboa,</a:t>
            </a:r>
            <a:r>
              <a:rPr lang="pt-BR" sz="4762" dirty="0">
                <a:solidFill>
                  <a:srgbClr val="000000"/>
                </a:solidFill>
                <a:latin typeface="Open Sans 1" panose="020B0604020202020204" charset="0"/>
                <a:ea typeface="Open Sans 1" panose="020B0604020202020204" charset="0"/>
                <a:cs typeface="Open Sans 1" panose="020B0604020202020204" charset="0"/>
                <a:sym typeface="Open Sans 2 Bold"/>
              </a:rPr>
              <a:t> Rodrigo da Rosa,</a:t>
            </a:r>
            <a:r>
              <a:rPr lang="pt-BR" sz="4762" noProof="0" dirty="0">
                <a:solidFill>
                  <a:srgbClr val="000000"/>
                </a:solidFill>
                <a:latin typeface="Open Sans 1" panose="020B0604020202020204" charset="0"/>
                <a:ea typeface="Open Sans 1" panose="020B0604020202020204" charset="0"/>
                <a:cs typeface="Open Sans 1" panose="020B0604020202020204" charset="0"/>
                <a:sym typeface="Open Sans 2 Bold"/>
              </a:rPr>
              <a:t> Marcos Minoru, </a:t>
            </a:r>
            <a:r>
              <a:rPr lang="pt-BR" sz="4762" dirty="0">
                <a:solidFill>
                  <a:srgbClr val="000000"/>
                </a:solidFill>
                <a:latin typeface="Open Sans 1" panose="020B0604020202020204" charset="0"/>
                <a:ea typeface="Open Sans 1" panose="020B0604020202020204" charset="0"/>
                <a:cs typeface="Open Sans 1" panose="020B0604020202020204" charset="0"/>
                <a:sym typeface="Open Sans 2 Bold"/>
              </a:rPr>
              <a:t>Victor </a:t>
            </a:r>
            <a:r>
              <a:rPr lang="pt-BR" sz="4762" dirty="0" err="1">
                <a:solidFill>
                  <a:srgbClr val="000000"/>
                </a:solidFill>
                <a:latin typeface="Open Sans 1" panose="020B0604020202020204" charset="0"/>
                <a:ea typeface="Open Sans 1" panose="020B0604020202020204" charset="0"/>
                <a:cs typeface="Open Sans 1" panose="020B0604020202020204" charset="0"/>
                <a:sym typeface="Open Sans 2 Bold"/>
              </a:rPr>
              <a:t>Quiroz</a:t>
            </a:r>
            <a:r>
              <a:rPr lang="pt-BR" sz="4762" dirty="0">
                <a:solidFill>
                  <a:srgbClr val="000000"/>
                </a:solidFill>
                <a:latin typeface="Open Sans 1" panose="020B0604020202020204" charset="0"/>
                <a:ea typeface="Open Sans 1" panose="020B0604020202020204" charset="0"/>
                <a:cs typeface="Open Sans 1" panose="020B0604020202020204" charset="0"/>
                <a:sym typeface="Open Sans 2 Bold"/>
              </a:rPr>
              <a:t>, </a:t>
            </a:r>
            <a:endParaRPr lang="pt-BR" sz="4762" noProof="0" dirty="0">
              <a:solidFill>
                <a:srgbClr val="000000"/>
              </a:solidFill>
              <a:latin typeface="Open Sans 1" panose="020B0604020202020204" charset="0"/>
              <a:ea typeface="Open Sans 1" panose="020B0604020202020204" charset="0"/>
              <a:cs typeface="Open Sans 1" panose="020B0604020202020204" charset="0"/>
              <a:sym typeface="Open Sans 2 Bold"/>
            </a:endParaRPr>
          </a:p>
          <a:p>
            <a:pPr algn="ctr">
              <a:lnSpc>
                <a:spcPts val="6668"/>
              </a:lnSpc>
            </a:pPr>
            <a:endParaRPr lang="pt-BR" sz="4762" noProof="0" dirty="0">
              <a:solidFill>
                <a:srgbClr val="000000"/>
              </a:solidFill>
              <a:latin typeface="Open Sans 2"/>
              <a:ea typeface="Open Sans 2"/>
              <a:cs typeface="Open Sans 2"/>
              <a:sym typeface="Open Sans 2"/>
            </a:endParaRPr>
          </a:p>
        </p:txBody>
      </p:sp>
      <p:sp>
        <p:nvSpPr>
          <p:cNvPr id="48" name="TextBox 48"/>
          <p:cNvSpPr txBox="1"/>
          <p:nvPr/>
        </p:nvSpPr>
        <p:spPr>
          <a:xfrm>
            <a:off x="2561448" y="30828367"/>
            <a:ext cx="10186386" cy="6193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10"/>
              </a:lnSpc>
            </a:pPr>
            <a:r>
              <a:rPr lang="pt-BR" sz="4762" b="1" spc="179" noProof="0" dirty="0">
                <a:solidFill>
                  <a:srgbClr val="000000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TECNOLOGIAS UTILIZADAS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6608355" y="9858095"/>
            <a:ext cx="10186386" cy="6193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10"/>
              </a:lnSpc>
            </a:pPr>
            <a:r>
              <a:rPr lang="pt-BR" sz="4762" b="1" spc="179" noProof="0" dirty="0">
                <a:solidFill>
                  <a:srgbClr val="000000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RESULTADOS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2644303" y="9858095"/>
            <a:ext cx="10186386" cy="6193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10"/>
              </a:lnSpc>
            </a:pPr>
            <a:r>
              <a:rPr lang="pt-BR" sz="4762" b="1" spc="179" noProof="0" dirty="0">
                <a:solidFill>
                  <a:srgbClr val="000000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O PROBLEMA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2758254" y="20302839"/>
            <a:ext cx="10186386" cy="6193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10"/>
              </a:lnSpc>
            </a:pPr>
            <a:r>
              <a:rPr lang="pt-BR" sz="4762" b="1" spc="179" noProof="0" dirty="0">
                <a:solidFill>
                  <a:srgbClr val="000000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A PROPOSTA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5878141" y="31582519"/>
            <a:ext cx="11399871" cy="36933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noProof="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BALLOU, Ronald H. Gerenciamento da cadeia de suprimentos/logística empresarial. 5. ed. Porto Alegre: Bookman, 2006. (Aborda a importância da acuracidade de inventário).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noProof="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DHILLON, </a:t>
            </a:r>
            <a:r>
              <a:rPr lang="pt-BR" sz="2400" noProof="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Balbir</a:t>
            </a:r>
            <a:r>
              <a:rPr lang="pt-BR" sz="2400" noProof="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 S. </a:t>
            </a:r>
            <a:r>
              <a:rPr lang="pt-BR" sz="2400" noProof="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Human</a:t>
            </a:r>
            <a:r>
              <a:rPr lang="pt-BR" sz="2400" noProof="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pt-BR" sz="2400" noProof="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reliability</a:t>
            </a:r>
            <a:r>
              <a:rPr lang="pt-BR" sz="2400" noProof="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, </a:t>
            </a:r>
            <a:r>
              <a:rPr lang="pt-BR" sz="2400" noProof="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error</a:t>
            </a:r>
            <a:r>
              <a:rPr lang="pt-BR" sz="2400" noProof="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, </a:t>
            </a:r>
            <a:r>
              <a:rPr lang="pt-BR" sz="2400" noProof="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and</a:t>
            </a:r>
            <a:r>
              <a:rPr lang="pt-BR" sz="2400" noProof="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pt-BR" sz="2400" noProof="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quality</a:t>
            </a:r>
            <a:r>
              <a:rPr lang="pt-BR" sz="2400" noProof="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pt-BR" sz="2400" noProof="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assurance</a:t>
            </a:r>
            <a:r>
              <a:rPr lang="pt-BR" sz="2400" noProof="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. Nova York: Springer Science &amp; Business Media, 2012. (Referência clássica sobre a confiabilidade humana em processos industriais).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noProof="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SILVA, José Carlos da; REZENDE, D. A. Acuracidade do inventário e os erros humanos: um estudo de caso em um centro de distribuição. In: CONGRESSO BRASILEIRO DE CUSTOS, 23., 2016, Porto de Galinhas. Anais... São Leopoldo: ABC, 2016.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1595870" y="31506319"/>
            <a:ext cx="12562767" cy="65692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3200" b="1" noProof="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Visão Computacional &amp; IA: </a:t>
            </a:r>
            <a:r>
              <a:rPr lang="pt-BR" sz="3200" noProof="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Uso do </a:t>
            </a:r>
            <a:r>
              <a:rPr lang="pt-BR" sz="3200" noProof="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Label</a:t>
            </a:r>
            <a:r>
              <a:rPr lang="pt-BR" sz="3200" noProof="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 Studio para anotação e treinamento de modelos, integrando YOLO e </a:t>
            </a:r>
            <a:r>
              <a:rPr lang="pt-BR" sz="3200" noProof="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OpenCV</a:t>
            </a:r>
            <a:r>
              <a:rPr lang="pt-BR" sz="3200" noProof="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 para detecção em tempo real.  </a:t>
            </a: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3200" b="1" noProof="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Front-</a:t>
            </a:r>
            <a:r>
              <a:rPr lang="pt-BR" sz="3200" b="1" noProof="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end</a:t>
            </a:r>
            <a:r>
              <a:rPr lang="pt-BR" sz="3200" b="1" noProof="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 Adaptável: </a:t>
            </a:r>
            <a:r>
              <a:rPr lang="pt-BR" sz="3200" noProof="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Desenvolvido em </a:t>
            </a:r>
            <a:r>
              <a:rPr lang="pt-BR" sz="320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Next.js</a:t>
            </a:r>
            <a:r>
              <a:rPr lang="pt-BR" sz="3200" noProof="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, garantindo uma interface moderna e preparada para execução via web e dispositivos futuros.  </a:t>
            </a: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3200" b="1" noProof="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Back-</a:t>
            </a:r>
            <a:r>
              <a:rPr lang="pt-BR" sz="3200" b="1" noProof="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end</a:t>
            </a:r>
            <a:r>
              <a:rPr lang="pt-BR" sz="3200" b="1" noProof="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 &amp; Dados: </a:t>
            </a:r>
            <a:r>
              <a:rPr lang="pt-BR" sz="3200" noProof="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Estrutura em </a:t>
            </a:r>
            <a:r>
              <a:rPr lang="pt-BR" sz="3200" noProof="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FastAPI</a:t>
            </a:r>
            <a:r>
              <a:rPr lang="pt-BR" sz="3200" noProof="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 (Python) com banco de dados PostgreSQL utilizando arquitetura </a:t>
            </a:r>
            <a:r>
              <a:rPr lang="pt-BR" sz="3200" noProof="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Multi-tenant</a:t>
            </a:r>
            <a:r>
              <a:rPr lang="pt-BR" sz="3200" noProof="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 para total segurança e isolamento.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1595870" y="10749184"/>
            <a:ext cx="12562767" cy="80465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3200" b="1" noProof="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Inflexibilidade de Infraestrutura: </a:t>
            </a:r>
            <a:r>
              <a:rPr lang="pt-BR" sz="3200" noProof="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Sistemas de gestão robustos frequentemente exigem hardware proprietário e contratos de licenciamento complexos, criando barreiras de entrada para operações de pequeno porte ou iniciativas sociais.  </a:t>
            </a: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3200" b="1" noProof="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Latência de Inventário: </a:t>
            </a:r>
            <a:r>
              <a:rPr lang="pt-BR" sz="3200" noProof="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A contagem manual introduz uma variável de erro humano e gera um descompasso entre o estoque físico e o registro digital, prejudicando a tomada de decisão em tempo real.  </a:t>
            </a: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3200" b="1" noProof="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Déficit de Automação: </a:t>
            </a:r>
            <a:r>
              <a:rPr lang="pt-BR" sz="3200" noProof="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A ausência de ferramentas acessíveis impede que </a:t>
            </a:r>
            <a:r>
              <a:rPr lang="pt-BR" sz="3200" noProof="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micro-organizações</a:t>
            </a:r>
            <a:r>
              <a:rPr lang="pt-BR" sz="3200" noProof="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 alcancem a eficiência logística necessária para escalar suas operações. 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570066" y="21097557"/>
            <a:ext cx="12562767" cy="80465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14350" indent="-5143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3200" b="1" dirty="0">
                <a:latin typeface="Open Sans 1" panose="020B0604020202020204" charset="0"/>
                <a:ea typeface="Open Sans 1" panose="020B0604020202020204" charset="0"/>
                <a:cs typeface="Open Sans 1" panose="020B0604020202020204" charset="0"/>
              </a:rPr>
              <a:t>Otimização de Recursos Existentes:</a:t>
            </a:r>
            <a:r>
              <a:rPr lang="pt-BR" sz="3200" dirty="0">
                <a:latin typeface="Open Sans 1" panose="020B0604020202020204" charset="0"/>
                <a:ea typeface="Open Sans 1" panose="020B0604020202020204" charset="0"/>
                <a:cs typeface="Open Sans 1" panose="020B0604020202020204" charset="0"/>
              </a:rPr>
              <a:t> O </a:t>
            </a:r>
            <a:r>
              <a:rPr lang="pt-BR" sz="3200" dirty="0" err="1">
                <a:latin typeface="Open Sans 1" panose="020B0604020202020204" charset="0"/>
                <a:ea typeface="Open Sans 1" panose="020B0604020202020204" charset="0"/>
                <a:cs typeface="Open Sans 1" panose="020B0604020202020204" charset="0"/>
              </a:rPr>
              <a:t>ScanCount</a:t>
            </a:r>
            <a:r>
              <a:rPr lang="pt-BR" sz="3200" dirty="0">
                <a:latin typeface="Open Sans 1" panose="020B0604020202020204" charset="0"/>
                <a:ea typeface="Open Sans 1" panose="020B0604020202020204" charset="0"/>
                <a:cs typeface="Open Sans 1" panose="020B0604020202020204" charset="0"/>
              </a:rPr>
              <a:t> AI utiliza visão computacional de ponta para permitir que dispositivos de captura de vídeo comuns (webcams) funcionem como coletores de dados inteligentes. </a:t>
            </a:r>
          </a:p>
          <a:p>
            <a:pPr marL="514350" indent="-5143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3200" b="1" dirty="0">
                <a:latin typeface="Open Sans 1" panose="020B0604020202020204" charset="0"/>
                <a:ea typeface="Open Sans 1" panose="020B0604020202020204" charset="0"/>
                <a:cs typeface="Open Sans 1" panose="020B0604020202020204" charset="0"/>
              </a:rPr>
              <a:t>Arquitetura Baseada em Nuvem:</a:t>
            </a:r>
            <a:r>
              <a:rPr lang="pt-BR" sz="3200" dirty="0">
                <a:latin typeface="Open Sans 1" panose="020B0604020202020204" charset="0"/>
                <a:ea typeface="Open Sans 1" panose="020B0604020202020204" charset="0"/>
                <a:cs typeface="Open Sans 1" panose="020B0604020202020204" charset="0"/>
              </a:rPr>
              <a:t> Implementação de uma interface web que elimina a dependência de dispositivos móveis de alta performance, processando a detecção. </a:t>
            </a:r>
          </a:p>
          <a:p>
            <a:pPr marL="514350" indent="-5143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3200" b="1" dirty="0">
                <a:latin typeface="Open Sans 1" panose="020B0604020202020204" charset="0"/>
                <a:ea typeface="Open Sans 1" panose="020B0604020202020204" charset="0"/>
                <a:cs typeface="Open Sans 1" panose="020B0604020202020204" charset="0"/>
              </a:rPr>
              <a:t>Prova de Conceito (</a:t>
            </a:r>
            <a:r>
              <a:rPr lang="pt-BR" sz="3200" b="1" dirty="0" err="1">
                <a:latin typeface="Open Sans 1" panose="020B0604020202020204" charset="0"/>
                <a:ea typeface="Open Sans 1" panose="020B0604020202020204" charset="0"/>
                <a:cs typeface="Open Sans 1" panose="020B0604020202020204" charset="0"/>
              </a:rPr>
              <a:t>PoC</a:t>
            </a:r>
            <a:r>
              <a:rPr lang="pt-BR" sz="3200" b="1" dirty="0">
                <a:latin typeface="Open Sans 1" panose="020B0604020202020204" charset="0"/>
                <a:ea typeface="Open Sans 1" panose="020B0604020202020204" charset="0"/>
                <a:cs typeface="Open Sans 1" panose="020B0604020202020204" charset="0"/>
              </a:rPr>
              <a:t>):</a:t>
            </a:r>
            <a:r>
              <a:rPr lang="pt-BR" sz="3200" dirty="0">
                <a:latin typeface="Open Sans 1" panose="020B0604020202020204" charset="0"/>
                <a:ea typeface="Open Sans 1" panose="020B0604020202020204" charset="0"/>
                <a:cs typeface="Open Sans 1" panose="020B0604020202020204" charset="0"/>
              </a:rPr>
              <a:t> Validada através do projeto "Lideranças Empáticas", a ferramenta demonstrou versatilidade na transição do registro analógico para o monitoramento digital de itens. 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136933" y="39681833"/>
            <a:ext cx="28242690" cy="17125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37"/>
              </a:lnSpc>
            </a:pPr>
            <a:r>
              <a:rPr lang="pt-BR" sz="4955" b="1" noProof="0" dirty="0">
                <a:solidFill>
                  <a:srgbClr val="000000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SEMANA DE TECNOLOGIA - 2026</a:t>
            </a:r>
          </a:p>
          <a:p>
            <a:pPr algn="ctr">
              <a:lnSpc>
                <a:spcPts val="6937"/>
              </a:lnSpc>
              <a:spcBef>
                <a:spcPct val="0"/>
              </a:spcBef>
            </a:pPr>
            <a:r>
              <a:rPr lang="pt-BR" sz="4955" noProof="0" dirty="0">
                <a:solidFill>
                  <a:srgbClr val="000000"/>
                </a:solidFill>
                <a:latin typeface="Open Sans 1"/>
                <a:ea typeface="Open Sans 1"/>
                <a:cs typeface="Open Sans 1"/>
                <a:sym typeface="Open Sans 1"/>
              </a:rPr>
              <a:t>Fundação Escola de Comércio Álvares Penteado - FECAP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15617816" y="10880630"/>
            <a:ext cx="11904157" cy="117398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71500" indent="-5715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3200" b="1" dirty="0">
                <a:latin typeface="Open Sans 2" panose="020B0604020202020204" charset="0"/>
                <a:ea typeface="Open Sans 2" panose="020B0604020202020204" charset="0"/>
                <a:cs typeface="Open Sans 2" panose="020B0604020202020204" charset="0"/>
              </a:rPr>
              <a:t>Convergência do Modelo:</a:t>
            </a:r>
            <a:r>
              <a:rPr lang="pt-BR" sz="3200" dirty="0">
                <a:latin typeface="Open Sans 2" panose="020B0604020202020204" charset="0"/>
                <a:ea typeface="Open Sans 2" panose="020B0604020202020204" charset="0"/>
                <a:cs typeface="Open Sans 2" panose="020B0604020202020204" charset="0"/>
              </a:rPr>
              <a:t> O treinamento com nosso modelo especializado utilizando resultou em métricas estáveis de Precisão e Recall, garantindo a identificação sistemática dos objetos. </a:t>
            </a:r>
          </a:p>
          <a:p>
            <a:pPr marL="571500" indent="-5715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3200" b="1" dirty="0">
                <a:latin typeface="Open Sans 2" panose="020B0604020202020204" charset="0"/>
                <a:ea typeface="Open Sans 2" panose="020B0604020202020204" charset="0"/>
                <a:cs typeface="Open Sans 2" panose="020B0604020202020204" charset="0"/>
              </a:rPr>
              <a:t>Desempenho em Tempo Real:</a:t>
            </a:r>
            <a:r>
              <a:rPr lang="pt-BR" sz="3200" dirty="0">
                <a:latin typeface="Open Sans 2" panose="020B0604020202020204" charset="0"/>
                <a:ea typeface="Open Sans 2" panose="020B0604020202020204" charset="0"/>
                <a:cs typeface="Open Sans 2" panose="020B0604020202020204" charset="0"/>
              </a:rPr>
              <a:t> Os testes técnicos confirmaram a capacidade do sistema em processar fluxos de vídeo e realizar a contagem automatizada com baixa latência. </a:t>
            </a:r>
          </a:p>
          <a:p>
            <a:pPr marL="571500" indent="-5715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3200" b="1" dirty="0">
                <a:latin typeface="Open Sans 2" panose="020B0604020202020204" charset="0"/>
                <a:ea typeface="Open Sans 2" panose="020B0604020202020204" charset="0"/>
                <a:cs typeface="Open Sans 2" panose="020B0604020202020204" charset="0"/>
              </a:rPr>
              <a:t>Segurança e </a:t>
            </a:r>
            <a:r>
              <a:rPr lang="pt-BR" sz="3200" b="1" dirty="0" err="1">
                <a:latin typeface="Open Sans 2" panose="020B0604020202020204" charset="0"/>
                <a:ea typeface="Open Sans 2" panose="020B0604020202020204" charset="0"/>
                <a:cs typeface="Open Sans 2" panose="020B0604020202020204" charset="0"/>
              </a:rPr>
              <a:t>Multitenancy</a:t>
            </a:r>
            <a:r>
              <a:rPr lang="pt-BR" sz="3200" b="1" dirty="0">
                <a:latin typeface="Open Sans 2" panose="020B0604020202020204" charset="0"/>
                <a:ea typeface="Open Sans 2" panose="020B0604020202020204" charset="0"/>
                <a:cs typeface="Open Sans 2" panose="020B0604020202020204" charset="0"/>
              </a:rPr>
              <a:t>:</a:t>
            </a:r>
            <a:r>
              <a:rPr lang="pt-BR" sz="3200" dirty="0">
                <a:latin typeface="Open Sans 2" panose="020B0604020202020204" charset="0"/>
                <a:ea typeface="Open Sans 2" panose="020B0604020202020204" charset="0"/>
                <a:cs typeface="Open Sans 2" panose="020B0604020202020204" charset="0"/>
              </a:rPr>
              <a:t> A arquitetura garante o isolamento lógico de dados, permitindo que diferentes projetos ou empresas utilizem a mesma infraestrutura com total integridade. </a:t>
            </a:r>
          </a:p>
          <a:p>
            <a:pPr marL="571500" indent="-5715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3200" b="1" dirty="0">
                <a:latin typeface="Open Sans 2" panose="020B0604020202020204" charset="0"/>
                <a:ea typeface="Open Sans 2" panose="020B0604020202020204" charset="0"/>
                <a:cs typeface="Open Sans 2" panose="020B0604020202020204" charset="0"/>
              </a:rPr>
              <a:t>Eficiência de </a:t>
            </a:r>
            <a:r>
              <a:rPr lang="pt-BR" sz="3200" b="1" dirty="0" err="1">
                <a:latin typeface="Open Sans 2" panose="020B0604020202020204" charset="0"/>
                <a:ea typeface="Open Sans 2" panose="020B0604020202020204" charset="0"/>
                <a:cs typeface="Open Sans 2" panose="020B0604020202020204" charset="0"/>
              </a:rPr>
              <a:t>Onboarding</a:t>
            </a:r>
            <a:r>
              <a:rPr lang="pt-BR" sz="3200" b="1" dirty="0">
                <a:latin typeface="Open Sans 2" panose="020B0604020202020204" charset="0"/>
                <a:ea typeface="Open Sans 2" panose="020B0604020202020204" charset="0"/>
                <a:cs typeface="Open Sans 2" panose="020B0604020202020204" charset="0"/>
              </a:rPr>
              <a:t>:</a:t>
            </a:r>
            <a:r>
              <a:rPr lang="pt-BR" sz="3200" dirty="0">
                <a:latin typeface="Open Sans 2" panose="020B0604020202020204" charset="0"/>
                <a:ea typeface="Open Sans 2" panose="020B0604020202020204" charset="0"/>
                <a:cs typeface="Open Sans 2" panose="020B0604020202020204" charset="0"/>
              </a:rPr>
              <a:t> A solução demonstrou ser uma alternativa tecnicamente viável para a digitalização imediata de estoques sem a necessidade de novos investimentos em hardware dedicado. </a:t>
            </a:r>
          </a:p>
        </p:txBody>
      </p:sp>
      <p:pic>
        <p:nvPicPr>
          <p:cNvPr id="1030" name="Picture 6" descr="Ultralytics Snippets - Visual Studio Marketplace">
            <a:extLst>
              <a:ext uri="{FF2B5EF4-FFF2-40B4-BE49-F238E27FC236}">
                <a16:creationId xmlns:a16="http://schemas.microsoft.com/office/drawing/2014/main" id="{F33A2CC7-A6BB-2EF1-D991-D88ED4CBA1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64830" y="35761641"/>
            <a:ext cx="1745129" cy="17451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About - Label Studio Newsletter">
            <a:extLst>
              <a:ext uri="{FF2B5EF4-FFF2-40B4-BE49-F238E27FC236}">
                <a16:creationId xmlns:a16="http://schemas.microsoft.com/office/drawing/2014/main" id="{9BA9EE29-3B40-7F19-060D-65D74B91E3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65964" y="35842233"/>
            <a:ext cx="1727046" cy="1537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React Native | Okoone">
            <a:extLst>
              <a:ext uri="{FF2B5EF4-FFF2-40B4-BE49-F238E27FC236}">
                <a16:creationId xmlns:a16="http://schemas.microsoft.com/office/drawing/2014/main" id="{25762A8B-8B79-EFDE-0B8E-3DE8961B6E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23590" y="35535549"/>
            <a:ext cx="3160382" cy="19357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PostgreSQL – Wikipédia, a enciclopédia livre">
            <a:extLst>
              <a:ext uri="{FF2B5EF4-FFF2-40B4-BE49-F238E27FC236}">
                <a16:creationId xmlns:a16="http://schemas.microsoft.com/office/drawing/2014/main" id="{05B7D488-9C20-200E-D1E1-9F5897DB11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91161" y="35899782"/>
            <a:ext cx="1413680" cy="14578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OpenCV – Wikipédia, a enciclopédia livre">
            <a:extLst>
              <a:ext uri="{FF2B5EF4-FFF2-40B4-BE49-F238E27FC236}">
                <a16:creationId xmlns:a16="http://schemas.microsoft.com/office/drawing/2014/main" id="{730DF9FA-C6E0-B322-068A-FF0C97356C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37805" y="35895843"/>
            <a:ext cx="1181385" cy="1564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FastAPI · GitHub">
            <a:extLst>
              <a:ext uri="{FF2B5EF4-FFF2-40B4-BE49-F238E27FC236}">
                <a16:creationId xmlns:a16="http://schemas.microsoft.com/office/drawing/2014/main" id="{B1DADB4C-98CC-0EE2-7D38-0EECAA5C60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82664" y="35902084"/>
            <a:ext cx="1564154" cy="1564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</TotalTime>
  <Words>537</Words>
  <Application>Microsoft Office PowerPoint</Application>
  <PresentationFormat>Personalizar</PresentationFormat>
  <Paragraphs>27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8" baseType="lpstr">
      <vt:lpstr>Open Sans 2 Bold</vt:lpstr>
      <vt:lpstr>Open Sans 2</vt:lpstr>
      <vt:lpstr>Open Sans 1</vt:lpstr>
      <vt:lpstr>Calibri</vt:lpstr>
      <vt:lpstr>Open Sans 1 Bold</vt:lpstr>
      <vt:lpstr>Arial</vt:lpstr>
      <vt:lpstr>Office Theme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MODELO POSTER FECAP</dc:title>
  <dc:creator>Duda Lucena</dc:creator>
  <cp:lastModifiedBy>Duda Lucena</cp:lastModifiedBy>
  <cp:revision>2</cp:revision>
  <dcterms:created xsi:type="dcterms:W3CDTF">2006-08-16T00:00:00Z</dcterms:created>
  <dcterms:modified xsi:type="dcterms:W3CDTF">2026-05-08T21:36:20Z</dcterms:modified>
  <dc:identifier>DAHA7VomhzE</dc:identifier>
</cp:coreProperties>
</file>